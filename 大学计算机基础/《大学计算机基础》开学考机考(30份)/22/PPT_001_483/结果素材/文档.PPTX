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2012-4-10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 thruBlk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9712" y="1124744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应聘人基本资料</a:t>
            </a:r>
          </a:p>
        </p:txBody>
      </p:sp>
    </p:spTree>
    <p:extLst>
      <p:ext uri="{BB962C8B-B14F-4D97-AF65-F5344CB8AC3E}">
        <p14:creationId xmlns:p14="http://schemas.microsoft.com/office/powerpoint/2010/main" val="127105378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个人简历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姓名：张</a:t>
            </a:r>
            <a:r>
              <a:rPr lang="zh-CN" altLang="en-US" dirty="0" smtClean="0"/>
              <a:t>三</a:t>
            </a:r>
            <a:endParaRPr lang="en-US" altLang="zh-CN" dirty="0" smtClean="0"/>
          </a:p>
          <a:p>
            <a:r>
              <a:rPr lang="zh-CN" altLang="en-US" dirty="0"/>
              <a:t>性别：</a:t>
            </a:r>
            <a:r>
              <a:rPr lang="zh-CN" altLang="en-US" dirty="0" smtClean="0"/>
              <a:t>男</a:t>
            </a:r>
            <a:endParaRPr lang="en-US" altLang="zh-CN" dirty="0" smtClean="0"/>
          </a:p>
          <a:p>
            <a:r>
              <a:rPr lang="zh-CN" altLang="en-US" dirty="0"/>
              <a:t>年龄：</a:t>
            </a:r>
            <a:r>
              <a:rPr lang="en-US" altLang="zh-CN" dirty="0" smtClean="0"/>
              <a:t>24</a:t>
            </a:r>
          </a:p>
          <a:p>
            <a:r>
              <a:rPr lang="zh-CN" altLang="en-US" dirty="0"/>
              <a:t>学历：本科</a:t>
            </a:r>
          </a:p>
        </p:txBody>
      </p:sp>
      <p:pic>
        <p:nvPicPr>
          <p:cNvPr id="1026" name="Picture 2" descr="C:\Program Files\Microsoft Office\MEDIA\CAGCAT10\j0090070.wm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727" y="1949474"/>
            <a:ext cx="2014396" cy="250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532760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个人简历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PETER</cp:lastModifiedBy>
  <cp:revision>7</cp:revision>
  <dcterms:modified xsi:type="dcterms:W3CDTF">2012-04-10T08:02:41Z</dcterms:modified>
</cp:coreProperties>
</file>