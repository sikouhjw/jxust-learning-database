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AE5877-8F0A-49B8-B2E8-36ABBA708BB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1514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5D45D2-75AE-4602-9A2C-C09A9521DE4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40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9834DF-A80C-4758-AB5C-F149813C40E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4551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1F4B76-186E-402C-BDD2-EE43D5762B8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4507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949D34-5506-4467-A121-7BDF2AD6B82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0865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A8AA5F-C187-4C24-9ED7-6719605A1F2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3450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89686A-1F5E-4AA8-B7EA-6E18A34739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8039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FD905-1982-4142-819E-D9CE9B1015A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7164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60D38A-9879-433C-AB54-0E0ED7FB10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93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591AC1-AF76-4A25-A3DA-F4FE1DC03D1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4186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8C582D-D244-4A32-A00A-CFE0E94B2BA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3854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7E81191-6588-4306-B35B-202F1D97EA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768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2166919-5DA6-4C50-A901-39F5F977851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谈谈电脑的散热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3820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/>
              <a:t>           </a:t>
            </a:r>
            <a:r>
              <a:rPr lang="zh-CN" altLang="en-US"/>
              <a:t>一位厂长在做精彩演讲时，作为演讲工的那台名牌电脑在众位领导和记者面前“撂了挑子”，厂长这下大丢面子。</a:t>
            </a:r>
          </a:p>
          <a:p>
            <a:pPr>
              <a:buFontTx/>
              <a:buNone/>
            </a:pPr>
            <a:r>
              <a:rPr lang="zh-CN" altLang="en-US"/>
              <a:t>           原来这台电脑的散热性不好，加上南方天气又热又潮，所以影响了稳定性，造成了死机。</a:t>
            </a:r>
          </a:p>
          <a:p>
            <a:pPr>
              <a:buFontTx/>
              <a:buNone/>
            </a:pPr>
            <a:r>
              <a:rPr lang="zh-CN" altLang="en-US"/>
              <a:t>           </a:t>
            </a:r>
            <a:r>
              <a:rPr lang="en-US" altLang="zh-CN"/>
              <a:t>…...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Program Files\Visio\Drawings\Drawing1.bmp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6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263" y="762000"/>
            <a:ext cx="5089525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全屏显示(4:3)</PresentationFormat>
  <Paragraphs>4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主题​​</vt:lpstr>
      <vt:lpstr>谈谈电脑的散热</vt:lpstr>
      <vt:lpstr>PowerPoint 演示文稿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谈谈电脑的散热</dc:title>
  <dc:creator>Zhang</dc:creator>
  <cp:lastModifiedBy>user</cp:lastModifiedBy>
  <cp:revision>1</cp:revision>
  <dcterms:created xsi:type="dcterms:W3CDTF">2001-12-19T02:46:00Z</dcterms:created>
  <dcterms:modified xsi:type="dcterms:W3CDTF">2013-08-05T03:42:56Z</dcterms:modified>
</cp:coreProperties>
</file>