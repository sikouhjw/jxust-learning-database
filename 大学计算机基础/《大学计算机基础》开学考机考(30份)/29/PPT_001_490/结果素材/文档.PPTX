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8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59C52F-9BFC-439D-A0B1-05CC15FA646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1F2AB1-1CEC-4CA8-A94D-98B7C5199B7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3F479D-D6B5-40BE-8008-418C053CECE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F2113E-7755-4F7A-A8BF-6C493912172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EB0598-B43B-4FB7-AFDD-CEBDF1F0077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434D5A-E41C-4CD7-841D-B7C01112AFE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B567A2-7006-43E8-AF4F-EB5EB01C760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2C379C-6615-4B7F-BD6E-C258C608AF8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53E282-944E-43DF-BE5F-7698E4B6DCB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C0A8F-95FE-467E-913D-6A6C4F2DBD8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6AF44C-6E62-4CDB-BBAF-38005E8CBCF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82B2DB6-8640-4059-BF56-A0583014AE4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7200" i="1" dirty="0"/>
              <a:t>图片浏览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hlinkClick r:id="" action="ppaction://hlinkshowjump?jump=nextslide"/>
              </a:rPr>
              <a:t>图片一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3809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12776"/>
            <a:ext cx="7545600" cy="3772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44" y="404664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hlinkClick r:id="" action="ppaction://hlinkshowjump?jump=nextslide"/>
              </a:rPr>
              <a:t>图片二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089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936" y="1556792"/>
            <a:ext cx="5677200" cy="42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40661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</Words>
  <Application>Microsoft Office PowerPoint</Application>
  <PresentationFormat>全屏显示(4:3)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默认设计模板</vt:lpstr>
      <vt:lpstr>图片浏览</vt:lpstr>
      <vt:lpstr>PowerPoint 演示文稿</vt:lpstr>
      <vt:lpstr>PowerPoint 演示文稿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图片浏览</dc:title>
  <dc:creator>lhc</dc:creator>
  <cp:lastModifiedBy>wwjt</cp:lastModifiedBy>
  <cp:revision>4</cp:revision>
  <dcterms:created xsi:type="dcterms:W3CDTF">2002-10-26T03:05:01Z</dcterms:created>
  <dcterms:modified xsi:type="dcterms:W3CDTF">2012-04-01T07:32:21Z</dcterms:modified>
</cp:coreProperties>
</file>