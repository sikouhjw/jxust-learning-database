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E58D2B-16B9-46C0-9863-FB0B3FC802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102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6403CC-2743-46A3-9E6D-7CBF950D94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653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65C67-A224-4FEA-85DD-B7FB5D5CF9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71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5C8A58-4759-4350-B7FC-B0D5F35B6B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827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C2F1E-ADE2-4323-892E-BBC11D019D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680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46696-2A8B-430C-B610-9DE31F242D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143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F7841C-8312-4BAA-8504-460C3572E6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703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EE5EF3-F70D-46EB-8ED9-1FB5CB450C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16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C0B2AD-C838-4FBD-A657-A45D75784C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08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83DE84-529E-4D0C-B156-78A6BA1EF6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83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1F4D21-67AA-4F46-B142-133AA59320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50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C4238EC-502B-4896-B256-0972A138D7A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中山陵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综述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中山陵位于江苏省南京市东郊钟山风景名胜区内，紫金山东峰茅山的南麓。钟山古称金陵山，汉代开始称钟山，东晋时开始称紫金山，紫金山共有三座东西并列的山峰。主峰为北高峰，其余分别为西为天堡山和东为茅山，中山陵便坐落于此。西邻明孝陵，东毗灵谷寺，傍山而筑，整个建筑群依山势而建，由南往北沿中轴线逐渐升高。为我国首批</a:t>
            </a:r>
            <a:r>
              <a:rPr lang="en-US" altLang="zh-CN"/>
              <a:t>5A</a:t>
            </a:r>
            <a:r>
              <a:rPr lang="zh-CN" altLang="en-US"/>
              <a:t>级景区。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建造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中山陵自</a:t>
            </a:r>
            <a:r>
              <a:rPr lang="en-US" altLang="zh-CN" sz="2800"/>
              <a:t>1926</a:t>
            </a:r>
            <a:r>
              <a:rPr lang="zh-CN" altLang="en-US" sz="2800"/>
              <a:t>年</a:t>
            </a:r>
            <a:r>
              <a:rPr lang="en-US" altLang="zh-CN" sz="2800"/>
              <a:t>1</a:t>
            </a:r>
            <a:r>
              <a:rPr lang="zh-CN" altLang="en-US" sz="2800"/>
              <a:t>月动工，至</a:t>
            </a:r>
            <a:r>
              <a:rPr lang="en-US" altLang="zh-CN" sz="2800"/>
              <a:t>1929</a:t>
            </a:r>
            <a:r>
              <a:rPr lang="zh-CN" altLang="en-US" sz="2800"/>
              <a:t>年主体建成。</a:t>
            </a:r>
            <a:r>
              <a:rPr lang="en-US" altLang="zh-CN" sz="2800"/>
              <a:t>1929</a:t>
            </a:r>
            <a:r>
              <a:rPr lang="zh-CN" altLang="en-US" sz="2800"/>
              <a:t>年</a:t>
            </a:r>
            <a:r>
              <a:rPr lang="en-US" altLang="zh-CN" sz="2800"/>
              <a:t>5</a:t>
            </a:r>
            <a:r>
              <a:rPr lang="zh-CN" altLang="en-US" sz="2800"/>
              <a:t>月</a:t>
            </a:r>
            <a:r>
              <a:rPr lang="en-US" altLang="zh-CN" sz="2800"/>
              <a:t>28</a:t>
            </a:r>
            <a:r>
              <a:rPr lang="zh-CN" altLang="en-US" sz="2800"/>
              <a:t>日，孙中山先生灵柩由北京运抵南京。三天公祭结束后，</a:t>
            </a:r>
            <a:r>
              <a:rPr lang="en-US" altLang="zh-CN" sz="2800"/>
              <a:t>6</a:t>
            </a:r>
            <a:r>
              <a:rPr lang="zh-CN" altLang="en-US" sz="2800"/>
              <a:t>月</a:t>
            </a:r>
            <a:r>
              <a:rPr lang="en-US" altLang="zh-CN" sz="2800"/>
              <a:t>1</a:t>
            </a:r>
            <a:r>
              <a:rPr lang="zh-CN" altLang="en-US" sz="2800"/>
              <a:t>日举行了隆重的奉安大典。</a:t>
            </a:r>
            <a:r>
              <a:rPr lang="en-US" altLang="zh-CN" sz="2800"/>
              <a:t>1931</a:t>
            </a:r>
            <a:r>
              <a:rPr lang="zh-CN" altLang="en-US" sz="2800"/>
              <a:t>年全陵工程次第落成。中山陵面积共</a:t>
            </a:r>
            <a:r>
              <a:rPr lang="en-US" altLang="zh-CN" sz="2800"/>
              <a:t>8</a:t>
            </a:r>
            <a:r>
              <a:rPr lang="zh-CN" altLang="en-US" sz="2800"/>
              <a:t>万余平方米。主要建筑有：牌坊、墓道、陵门、碑亭、祭堂和墓室等。环绕中山陵的主体建筑，还有一系列纪念性建筑，如为便于孙中山先生家属守灵而在陵墓后上方建造的永慕庐、存储奉安大典纪念物品的奉安纪念馆以及宝鼎、音乐台、流徽榭、仰止亭、光华亭、行健亭、藏经楼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交通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由南京市内乘游</a:t>
            </a:r>
            <a:r>
              <a:rPr lang="en-US" altLang="zh-CN"/>
              <a:t>1</a:t>
            </a:r>
            <a:r>
              <a:rPr lang="zh-CN" altLang="en-US"/>
              <a:t>、游</a:t>
            </a:r>
            <a:r>
              <a:rPr lang="en-US" altLang="zh-CN"/>
              <a:t>2</a:t>
            </a:r>
            <a:r>
              <a:rPr lang="zh-CN" altLang="en-US"/>
              <a:t>、游</a:t>
            </a:r>
            <a:r>
              <a:rPr lang="en-US" altLang="zh-CN"/>
              <a:t>3</a:t>
            </a:r>
            <a:r>
              <a:rPr lang="zh-CN" altLang="en-US"/>
              <a:t>可到达，</a:t>
            </a:r>
            <a:r>
              <a:rPr lang="en-US" altLang="zh-CN"/>
              <a:t>9</a:t>
            </a:r>
            <a:r>
              <a:rPr lang="zh-CN" altLang="en-US"/>
              <a:t>、</a:t>
            </a:r>
            <a:r>
              <a:rPr lang="en-US" altLang="zh-CN"/>
              <a:t>20</a:t>
            </a:r>
            <a:r>
              <a:rPr lang="zh-CN" altLang="en-US"/>
              <a:t>路公共汽车可到达。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8</TotalTime>
  <Words>279</Words>
  <Application>Microsoft Office PowerPoint</Application>
  <PresentationFormat>全屏显示(4:3)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宋体</vt:lpstr>
      <vt:lpstr>默认设计模板</vt:lpstr>
      <vt:lpstr>中山陵</vt:lpstr>
      <vt:lpstr>综述</vt:lpstr>
      <vt:lpstr>建造</vt:lpstr>
      <vt:lpstr>交通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wenyong</cp:lastModifiedBy>
  <cp:revision>1</cp:revision>
  <cp:lastPrinted>1601-01-01T00:00:00Z</cp:lastPrinted>
  <dcterms:created xsi:type="dcterms:W3CDTF">1601-01-01T00:00:00Z</dcterms:created>
  <dcterms:modified xsi:type="dcterms:W3CDTF">2012-11-13T06:50:47Z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