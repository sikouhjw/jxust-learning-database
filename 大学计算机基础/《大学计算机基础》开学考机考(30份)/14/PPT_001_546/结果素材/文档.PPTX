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7" r:id="rId2"/>
    <p:sldId id="259" r:id="rId3"/>
    <p:sldId id="258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70" d="100"/>
          <a:sy n="70" d="100"/>
        </p:scale>
        <p:origin x="-90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6713AEDB-C0CA-48D7-B606-A3CEB60DE60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DD7E-80BD-473D-89D5-7A43A0B6B4A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角三角形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等腰三角形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3FC3D0FD-BE66-426E-ACE9-2B4A9316525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1" name="直接连接符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B14F27F8-FBD8-4506-951B-F8CAB3A8D41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C142BFC4-9A57-4ACD-B5E5-B34C889B825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DAF05-36B0-4980-8630-8E8638AAEE7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67A26D6E-CB86-4891-9A0E-2A5F8D97956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FA98666D-CC63-4617-9411-1CAA0A65EE2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423C762C-AA98-44F5-85E2-4DF771C453E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6A0B-75DF-455D-BA23-78C4561A92B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0247D-F3A5-4CC9-8D78-A9A07ECA1D0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438A78C-20E5-449E-A9EA-24580CE6AA3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0755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3E74AA44-BD1F-4325-ABFB-BE2E4979840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295400"/>
          </a:xfrm>
        </p:spPr>
        <p:txBody>
          <a:bodyPr>
            <a:normAutofit fontScale="90000"/>
          </a:bodyPr>
          <a:lstStyle/>
          <a:p>
            <a:r>
              <a:rPr lang="zh-CN" altLang="en-US" sz="4000" dirty="0"/>
              <a:t>你问我看见了什么</a:t>
            </a:r>
            <a:br>
              <a:rPr lang="zh-CN" altLang="en-US" sz="4000" dirty="0"/>
            </a:br>
            <a:r>
              <a:rPr lang="zh-CN" altLang="en-US" sz="4000" dirty="0"/>
              <a:t>我看见了胜利！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2204864"/>
            <a:ext cx="3024336" cy="34183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587" y="2133600"/>
            <a:ext cx="3552825" cy="25908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顶峰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r>
              <a:rPr lang="zh-CN" altLang="en-US" dirty="0"/>
              <a:t>加油！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2195510"/>
            <a:ext cx="4238625" cy="2466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活力">
  <a:themeElements>
    <a:clrScheme name="活力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活力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活力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13</TotalTime>
  <Words>9</Words>
  <Application>Microsoft Office PowerPoint</Application>
  <PresentationFormat>全屏显示(4:3)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活力</vt:lpstr>
      <vt:lpstr>你问我看见了什么 我看见了胜利！</vt:lpstr>
      <vt:lpstr>顶峰</vt:lpstr>
      <vt:lpstr>加油！</vt:lpstr>
    </vt:vector>
  </TitlesOfParts>
  <Company>北航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你问我看见了什么 我看见了胜利！</dc:title>
  <dc:creator>计算中心</dc:creator>
  <cp:lastModifiedBy>YlmF</cp:lastModifiedBy>
  <cp:revision>8</cp:revision>
  <dcterms:created xsi:type="dcterms:W3CDTF">2001-12-20T11:58:12Z</dcterms:created>
  <dcterms:modified xsi:type="dcterms:W3CDTF">2013-08-19T07:24:26Z</dcterms:modified>
</cp:coreProperties>
</file>