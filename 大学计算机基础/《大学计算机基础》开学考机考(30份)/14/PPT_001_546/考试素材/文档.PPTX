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90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13AEDB-C0CA-48D7-B606-A3CEB60DE6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AADD7E-80BD-473D-89D5-7A43A0B6B4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68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C3D0FD-BE66-426E-ACE9-2B4A931652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915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4F27F8-FBD8-4506-951B-F8CAB3A8D4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04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2BFC4-9A57-4ACD-B5E5-B34C889B82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749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DAF05-36B0-4980-8630-8E8638AAEE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243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A26D6E-CB86-4891-9A0E-2A5F8D97956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731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8666D-CC63-4617-9411-1CAA0A65EE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5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C762C-AA98-44F5-85E2-4DF771C453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489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6A0B-75DF-455D-BA23-78C4561A92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900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0247D-F3A5-4CC9-8D78-A9A07ECA1D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879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38A78C-20E5-449E-A9EA-24580CE6AA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075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E74AA44-BD1F-4325-ABFB-BE2E4979840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295400"/>
          </a:xfrm>
        </p:spPr>
        <p:txBody>
          <a:bodyPr/>
          <a:lstStyle/>
          <a:p>
            <a:r>
              <a:rPr lang="zh-CN" altLang="en-US" sz="4000" dirty="0"/>
              <a:t>你问我看见了什么</a:t>
            </a:r>
            <a:br>
              <a:rPr lang="zh-CN" altLang="en-US" sz="4000" dirty="0"/>
            </a:br>
            <a:r>
              <a:rPr lang="zh-CN" altLang="en-US" sz="4000" dirty="0"/>
              <a:t>我看见了胜利！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204864"/>
            <a:ext cx="3024336" cy="3418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r>
              <a:rPr lang="zh-CN" altLang="en-US" dirty="0"/>
              <a:t>加油！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195510"/>
            <a:ext cx="4238625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87" y="2133600"/>
            <a:ext cx="3552825" cy="25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</Words>
  <Application>Microsoft Office PowerPoint</Application>
  <PresentationFormat>全屏显示(4:3)</PresentationFormat>
  <Paragraphs>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你问我看见了什么 我看见了胜利！</vt:lpstr>
      <vt:lpstr>加油！</vt:lpstr>
      <vt:lpstr>PowerPoint 演示文稿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你问我看见了什么 我看见了胜利！</dc:title>
  <dc:creator>计算中心</dc:creator>
  <cp:lastModifiedBy>YlmF</cp:lastModifiedBy>
  <cp:revision>6</cp:revision>
  <dcterms:created xsi:type="dcterms:W3CDTF">2001-12-20T11:58:12Z</dcterms:created>
  <dcterms:modified xsi:type="dcterms:W3CDTF">2013-08-19T07:19:15Z</dcterms:modified>
</cp:coreProperties>
</file>