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60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2" autoAdjust="0"/>
    <p:restoredTop sz="94660"/>
  </p:normalViewPr>
  <p:slideViewPr>
    <p:cSldViewPr>
      <p:cViewPr>
        <p:scale>
          <a:sx n="60" d="100"/>
          <a:sy n="60" d="100"/>
        </p:scale>
        <p:origin x="-1500" y="-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834A0B6-6EC3-4E29-9CD5-DB6D917C98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2450F-66DB-4D6B-8016-1E4E861692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762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D83FF1-42CE-4E24-A371-2E5C5FC156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734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BFD51-FEBF-4782-9AE6-6ED1D0AF57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4656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6E40B-A16E-4BB0-BAA3-CFF974FC79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407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A639E-26A0-4124-932A-3002A07608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027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15EA4B-F088-4587-8CF1-F948F04177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979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77C7D8-14E4-416C-BFB2-D82F39D3D6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207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90BAD1-B644-4DE0-8272-02F9F26874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5339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4DEB0A-4AB8-498C-BC77-79894979F7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8241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E57AC-5518-49D1-82CF-23E624C771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111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6987606E-CEDF-40A9-81F7-2C4A5946E00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CN" altLang="en-US" sz="6300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三手烟危害儿童健康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zh-CN" altLang="en-US" sz="3300" dirty="0">
                <a:latin typeface="华文行楷" pitchFamily="2" charset="-122"/>
                <a:ea typeface="华文行楷" pitchFamily="2" charset="-122"/>
              </a:rPr>
              <a:t>吸烟危害又有新发现</a:t>
            </a:r>
          </a:p>
        </p:txBody>
      </p:sp>
    </p:spTree>
    <p:extLst>
      <p:ext uri="{BB962C8B-B14F-4D97-AF65-F5344CB8AC3E}">
        <p14:creationId xmlns:p14="http://schemas.microsoft.com/office/powerpoint/2010/main" val="213816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危害于无形 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100" dirty="0"/>
              <a:t>吸烟者一番</a:t>
            </a:r>
            <a:r>
              <a:rPr lang="zh-CN" altLang="en-US" sz="2100" dirty="0">
                <a:latin typeface="Arial"/>
              </a:rPr>
              <a:t>“</a:t>
            </a:r>
            <a:r>
              <a:rPr lang="zh-CN" altLang="en-US" sz="2100" dirty="0"/>
              <a:t>吞云吐雾</a:t>
            </a:r>
            <a:r>
              <a:rPr lang="zh-CN" altLang="en-US" sz="2100" dirty="0">
                <a:latin typeface="Arial"/>
              </a:rPr>
              <a:t>”</a:t>
            </a:r>
            <a:r>
              <a:rPr lang="zh-CN" altLang="en-US" sz="2100" dirty="0"/>
              <a:t>后，不但自身头发和衣服上残留香烟气味及有害物质微粒，就连周围环境的地毯、靠垫等物品都会沾染</a:t>
            </a:r>
            <a:r>
              <a:rPr lang="zh-CN" altLang="en-US" sz="2100" dirty="0">
                <a:latin typeface="Arial"/>
              </a:rPr>
              <a:t>“</a:t>
            </a:r>
            <a:r>
              <a:rPr lang="zh-CN" altLang="en-US" sz="2100" dirty="0"/>
              <a:t>烟毒</a:t>
            </a:r>
            <a:r>
              <a:rPr lang="zh-CN" altLang="en-US" sz="2100" dirty="0">
                <a:latin typeface="Arial"/>
              </a:rPr>
              <a:t>”</a:t>
            </a:r>
            <a:r>
              <a:rPr lang="zh-CN" altLang="en-US" sz="2100" dirty="0"/>
              <a:t>。 </a:t>
            </a:r>
          </a:p>
          <a:p>
            <a:r>
              <a:rPr lang="zh-CN" altLang="en-US" sz="2100" dirty="0"/>
              <a:t>这些有害物质包括氰化氢、丁烷、甲苯、砷、铅、一氧化碳、放射性物质钋</a:t>
            </a:r>
            <a:r>
              <a:rPr lang="en-US" altLang="zh-CN" sz="2100" dirty="0">
                <a:latin typeface="Arial"/>
              </a:rPr>
              <a:t>—</a:t>
            </a:r>
            <a:r>
              <a:rPr lang="zh-CN" altLang="en-US" sz="2100" dirty="0"/>
              <a:t>２１０以及多种致癌物质。</a:t>
            </a:r>
          </a:p>
          <a:p>
            <a:r>
              <a:rPr lang="zh-CN" altLang="en-US" sz="2100" dirty="0"/>
              <a:t>当儿童在有人吸过烟的环境里</a:t>
            </a:r>
            <a:r>
              <a:rPr lang="zh-CN" altLang="en-US" sz="2100" dirty="0">
                <a:latin typeface="Arial"/>
              </a:rPr>
              <a:t>“</a:t>
            </a:r>
            <a:r>
              <a:rPr lang="zh-CN" altLang="en-US" sz="2100" dirty="0"/>
              <a:t>摸爬滚打</a:t>
            </a:r>
            <a:r>
              <a:rPr lang="zh-CN" altLang="en-US" sz="2100" dirty="0">
                <a:latin typeface="Arial"/>
              </a:rPr>
              <a:t>”</a:t>
            </a:r>
            <a:r>
              <a:rPr lang="zh-CN" altLang="en-US" sz="2100" dirty="0"/>
              <a:t>时，他们的手上、身上便会沾染上述有害物质，甚至有可能</a:t>
            </a:r>
            <a:r>
              <a:rPr lang="zh-CN" altLang="en-US" sz="2100" dirty="0">
                <a:latin typeface="Arial"/>
              </a:rPr>
              <a:t>“</a:t>
            </a:r>
            <a:r>
              <a:rPr lang="zh-CN" altLang="en-US" sz="2100" dirty="0"/>
              <a:t>吃下</a:t>
            </a:r>
            <a:r>
              <a:rPr lang="zh-CN" altLang="en-US" sz="2100" dirty="0">
                <a:latin typeface="Arial"/>
              </a:rPr>
              <a:t>”</a:t>
            </a:r>
            <a:r>
              <a:rPr lang="zh-CN" altLang="en-US" sz="2100" dirty="0"/>
              <a:t>一些。  </a:t>
            </a:r>
          </a:p>
        </p:txBody>
      </p:sp>
      <p:pic>
        <p:nvPicPr>
          <p:cNvPr id="5" name="Picture 4" descr="20090105095627ead5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420888"/>
            <a:ext cx="5111750" cy="338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Arial"/>
              </a:rPr>
              <a:t>“</a:t>
            </a:r>
            <a:r>
              <a:rPr lang="zh-CN" altLang="en-US" dirty="0"/>
              <a:t>三手烟</a:t>
            </a:r>
            <a:r>
              <a:rPr lang="zh-CN" altLang="en-US" dirty="0">
                <a:latin typeface="Arial"/>
              </a:rPr>
              <a:t>”</a:t>
            </a:r>
            <a:r>
              <a:rPr lang="zh-CN" altLang="en-US" dirty="0"/>
              <a:t>是一个全新的名词，但是它确实已经在影响我们的生活了。简单的将孩子们与吸烟者呼出的烟雾隔离并不能真正的保护孩子，</a:t>
            </a:r>
            <a:r>
              <a:rPr lang="zh-CN" altLang="en-US" dirty="0">
                <a:latin typeface="Arial"/>
              </a:rPr>
              <a:t>“</a:t>
            </a:r>
            <a:r>
              <a:rPr lang="zh-CN" altLang="en-US" dirty="0"/>
              <a:t>三手烟</a:t>
            </a:r>
            <a:r>
              <a:rPr lang="zh-CN" altLang="en-US" dirty="0">
                <a:latin typeface="Arial"/>
              </a:rPr>
              <a:t>”</a:t>
            </a:r>
            <a:r>
              <a:rPr lang="zh-CN" altLang="en-US" dirty="0"/>
              <a:t>中的致癌物质对任何年龄段的人来说，都有造成癌症的影响。 </a:t>
            </a:r>
          </a:p>
        </p:txBody>
      </p:sp>
      <p:sp>
        <p:nvSpPr>
          <p:cNvPr id="2" name="矩形 1"/>
          <p:cNvSpPr/>
          <p:nvPr/>
        </p:nvSpPr>
        <p:spPr>
          <a:xfrm>
            <a:off x="3240000" y="5040000"/>
            <a:ext cx="36631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保健新概念</a:t>
            </a:r>
            <a:endParaRPr lang="zh-CN" alt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53</TotalTime>
  <Words>164</Words>
  <Application>Microsoft Office PowerPoint</Application>
  <PresentationFormat>全屏显示(4:3)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default</vt:lpstr>
      <vt:lpstr>三手烟危害儿童健康</vt:lpstr>
      <vt:lpstr>危害于无形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三手烟危害儿童健康</dc:title>
  <dc:creator>User</dc:creator>
  <cp:lastModifiedBy>YlmF</cp:lastModifiedBy>
  <cp:revision>5</cp:revision>
  <cp:lastPrinted>1601-01-01T00:00:00Z</cp:lastPrinted>
  <dcterms:created xsi:type="dcterms:W3CDTF">2009-01-12T01:11:54Z</dcterms:created>
  <dcterms:modified xsi:type="dcterms:W3CDTF">2013-08-22T06:27:10Z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