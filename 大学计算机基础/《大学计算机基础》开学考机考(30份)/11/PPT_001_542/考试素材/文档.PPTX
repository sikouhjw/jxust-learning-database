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8BC42B-EAD3-405A-88DA-92CF86C914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5816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451EB2-EB75-4DEC-B2EE-B3A5467C19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634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42CA5B-A490-4937-9AC1-AD71BA48BC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7720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2E23FE-D149-4600-8618-9370CD4BB9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40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86394-1DAA-4092-B7C0-B1CBC0D015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307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96C512-9029-4E74-91F1-C8F35BAB8C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002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4CB167-7D6A-460D-89D4-37CDE6FC26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354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3ED515-56AB-4E4E-BAEB-BA48A3C810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9601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E044CC-BC70-441A-BF04-82B2064749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899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B42580-5B48-44E6-A09D-0A389B6914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5275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E8ABD-FA78-4836-B81D-8901E4D8B5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814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C921837-9C03-48DF-85E7-2E2249A5F79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772400" cy="1143000"/>
          </a:xfrm>
        </p:spPr>
        <p:txBody>
          <a:bodyPr/>
          <a:lstStyle/>
          <a:p>
            <a:r>
              <a:rPr lang="zh-CN" altLang="en-US"/>
              <a:t>四问雪后大堵车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2743200"/>
            <a:ext cx="5334000" cy="2743200"/>
          </a:xfrm>
        </p:spPr>
        <p:txBody>
          <a:bodyPr/>
          <a:lstStyle/>
          <a:p>
            <a:pPr algn="l"/>
            <a:r>
              <a:rPr lang="zh-CN" altLang="en-US"/>
              <a:t>天气预报为何漏报下雪</a:t>
            </a:r>
          </a:p>
          <a:p>
            <a:pPr algn="l"/>
            <a:r>
              <a:rPr lang="zh-CN" altLang="en-US"/>
              <a:t>融雪作业为何慢了一步</a:t>
            </a:r>
          </a:p>
          <a:p>
            <a:pPr algn="l"/>
            <a:r>
              <a:rPr lang="zh-CN" altLang="en-US"/>
              <a:t>三环四环为何水泄不通</a:t>
            </a:r>
          </a:p>
          <a:p>
            <a:pPr algn="l"/>
            <a:r>
              <a:rPr lang="zh-CN" altLang="en-US"/>
              <a:t> 国产客车为何大多“趴窝”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下雪后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81200"/>
            <a:ext cx="6172200" cy="3124200"/>
          </a:xfrm>
        </p:spPr>
        <p:txBody>
          <a:bodyPr/>
          <a:lstStyle/>
          <a:p>
            <a:r>
              <a:rPr lang="zh-CN" altLang="en-US"/>
              <a:t>医院：   骨科门诊特别忙</a:t>
            </a:r>
          </a:p>
          <a:p>
            <a:r>
              <a:rPr lang="zh-CN" altLang="en-US"/>
              <a:t>修理厂：两个星期歇不了</a:t>
            </a:r>
          </a:p>
          <a:p>
            <a:r>
              <a:rPr lang="zh-CN" altLang="en-US"/>
              <a:t>保险：    理赔一个接一个</a:t>
            </a:r>
          </a:p>
          <a:p>
            <a:r>
              <a:rPr lang="zh-CN" altLang="en-US"/>
              <a:t>交通队：快速处理占九成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</Words>
  <Application>Microsoft Office PowerPoint</Application>
  <PresentationFormat>全屏显示(4:3)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四问雪后大堵车</vt:lpstr>
      <vt:lpstr>下雪后</vt:lpstr>
    </vt:vector>
  </TitlesOfParts>
  <Company>北航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３四问雪后大堵车</dc:title>
  <dc:creator>计算中心</dc:creator>
  <cp:lastModifiedBy>user</cp:lastModifiedBy>
  <cp:revision>4</cp:revision>
  <dcterms:created xsi:type="dcterms:W3CDTF">2001-12-20T11:54:20Z</dcterms:created>
  <dcterms:modified xsi:type="dcterms:W3CDTF">2013-08-07T06:55:43Z</dcterms:modified>
</cp:coreProperties>
</file>