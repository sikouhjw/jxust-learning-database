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6C5DF5-03F9-4104-A937-43E2353D7A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00880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955C6-7AEA-48EB-A72C-418E00F298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1696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124166-499F-4891-9A5F-A36C2F47E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9632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E4DFEF-1A68-4698-9931-357D164318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506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C2992-AA55-4050-A328-688CC587C3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5184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3A73C-16ED-4984-AB31-26DB4196FA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479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2A04BD-B9BD-4B0E-AC1B-0A40094571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610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99566-A48E-493E-9EA0-5B6442217B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126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EE507-8622-4ACA-931E-011807BE18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632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2F209-CBF4-4C14-9D1B-7F732268E1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675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62E84-5C22-4582-852F-AD0E166AE0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1266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630FF-8CA6-40BC-AD9C-C6DC4F5FCA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74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6F2B14-15BF-4F37-9C50-4CD40B0710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1820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52F6A5C-027D-4E41-9ED2-E2BB82FC4DD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9"/>
          <p:cNvGrpSpPr>
            <a:grpSpLocks/>
          </p:cNvGrpSpPr>
          <p:nvPr/>
        </p:nvGrpSpPr>
        <p:grpSpPr bwMode="auto">
          <a:xfrm>
            <a:off x="1371600" y="1905000"/>
            <a:ext cx="4676775" cy="3536950"/>
            <a:chOff x="445" y="988"/>
            <a:chExt cx="2946" cy="2228"/>
          </a:xfrm>
        </p:grpSpPr>
        <p:sp>
          <p:nvSpPr>
            <p:cNvPr id="3074" name="Text Box 2"/>
            <p:cNvSpPr txBox="1">
              <a:spLocks noChangeArrowheads="1"/>
            </p:cNvSpPr>
            <p:nvPr/>
          </p:nvSpPr>
          <p:spPr bwMode="auto">
            <a:xfrm>
              <a:off x="445" y="1495"/>
              <a:ext cx="462" cy="1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/>
                <a:t>计算机系统</a:t>
              </a:r>
              <a:endParaRPr lang="zh-CN" altLang="en-US" sz="2800"/>
            </a:p>
          </p:txBody>
        </p:sp>
        <p:sp>
          <p:nvSpPr>
            <p:cNvPr id="3075" name="AutoShape 3"/>
            <p:cNvSpPr>
              <a:spLocks/>
            </p:cNvSpPr>
            <p:nvPr/>
          </p:nvSpPr>
          <p:spPr bwMode="auto">
            <a:xfrm>
              <a:off x="864" y="1260"/>
              <a:ext cx="156" cy="1956"/>
            </a:xfrm>
            <a:prstGeom prst="leftBrace">
              <a:avLst>
                <a:gd name="adj1" fmla="val 104487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76" name="Text Box 4"/>
            <p:cNvSpPr txBox="1">
              <a:spLocks noChangeArrowheads="1"/>
            </p:cNvSpPr>
            <p:nvPr/>
          </p:nvSpPr>
          <p:spPr bwMode="auto">
            <a:xfrm>
              <a:off x="1080" y="1260"/>
              <a:ext cx="72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rgbClr val="FF0000"/>
                  </a:solidFill>
                  <a:ea typeface="楷体_GB2312" pitchFamily="49" charset="-122"/>
                </a:rPr>
                <a:t>硬件</a:t>
              </a:r>
              <a:endParaRPr lang="zh-CN" altLang="en-US" sz="2800"/>
            </a:p>
          </p:txBody>
        </p:sp>
        <p:sp>
          <p:nvSpPr>
            <p:cNvPr id="3077" name="Text Box 5"/>
            <p:cNvSpPr txBox="1">
              <a:spLocks noChangeArrowheads="1"/>
            </p:cNvSpPr>
            <p:nvPr/>
          </p:nvSpPr>
          <p:spPr bwMode="auto">
            <a:xfrm>
              <a:off x="1116" y="2808"/>
              <a:ext cx="80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chemeClr val="accent2"/>
                  </a:solidFill>
                  <a:ea typeface="楷体_GB2312" pitchFamily="49" charset="-122"/>
                </a:rPr>
                <a:t>软件</a:t>
              </a:r>
              <a:endParaRPr lang="zh-CN" altLang="en-US" sz="2800"/>
            </a:p>
          </p:txBody>
        </p:sp>
        <p:sp>
          <p:nvSpPr>
            <p:cNvPr id="3078" name="AutoShape 6"/>
            <p:cNvSpPr>
              <a:spLocks noChangeArrowheads="1"/>
            </p:cNvSpPr>
            <p:nvPr/>
          </p:nvSpPr>
          <p:spPr bwMode="auto">
            <a:xfrm>
              <a:off x="2140" y="988"/>
              <a:ext cx="1251" cy="867"/>
            </a:xfrm>
            <a:prstGeom prst="wedgeEllipseCallout">
              <a:avLst>
                <a:gd name="adj1" fmla="val -86213"/>
                <a:gd name="adj2" fmla="val 16551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ea typeface="楷体_GB2312" pitchFamily="49" charset="-122"/>
                </a:rPr>
                <a:t>物理基础</a:t>
              </a:r>
              <a:endParaRPr lang="zh-CN" altLang="en-US" sz="2800"/>
            </a:p>
          </p:txBody>
        </p:sp>
        <p:sp>
          <p:nvSpPr>
            <p:cNvPr id="3079" name="AutoShape 7"/>
            <p:cNvSpPr>
              <a:spLocks noChangeArrowheads="1"/>
            </p:cNvSpPr>
            <p:nvPr/>
          </p:nvSpPr>
          <p:spPr bwMode="auto">
            <a:xfrm>
              <a:off x="2176" y="2284"/>
              <a:ext cx="1215" cy="867"/>
            </a:xfrm>
            <a:prstGeom prst="wedgeEllipseCallout">
              <a:avLst>
                <a:gd name="adj1" fmla="val -79384"/>
                <a:gd name="adj2" fmla="val 35931"/>
              </a:avLst>
            </a:prstGeom>
            <a:solidFill>
              <a:schemeClr val="tx1"/>
            </a:solidFill>
            <a:ln w="1270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3600" b="1">
                  <a:solidFill>
                    <a:schemeClr val="bg1"/>
                  </a:solidFill>
                  <a:ea typeface="楷体_GB2312" pitchFamily="49" charset="-122"/>
                </a:rPr>
                <a:t>逻辑手段</a:t>
              </a:r>
              <a:endParaRPr lang="zh-CN" altLang="en-US" sz="2800">
                <a:solidFill>
                  <a:schemeClr val="bg2"/>
                </a:solidFill>
              </a:endParaRPr>
            </a:p>
          </p:txBody>
        </p:sp>
      </p:grpSp>
      <p:sp>
        <p:nvSpPr>
          <p:cNvPr id="30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/>
              <a:t>计算机系统简介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sz="4800" dirty="0">
                <a:latin typeface="黑体" pitchFamily="2" charset="-122"/>
                <a:ea typeface="黑体" pitchFamily="2" charset="-122"/>
              </a:rPr>
              <a:t>计算机硬件组成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1.  </a:t>
            </a:r>
            <a:r>
              <a:rPr lang="zh-CN" altLang="en-US"/>
              <a:t>计算机的功能</a:t>
            </a:r>
          </a:p>
          <a:p>
            <a:pPr>
              <a:buFontTx/>
              <a:buNone/>
            </a:pPr>
            <a:r>
              <a:rPr lang="en-US" altLang="zh-CN"/>
              <a:t>2.  </a:t>
            </a:r>
            <a:r>
              <a:rPr lang="zh-CN" altLang="en-US"/>
              <a:t>计算机硬件的组成</a:t>
            </a:r>
          </a:p>
          <a:p>
            <a:pPr>
              <a:buFontTx/>
              <a:buNone/>
            </a:pPr>
            <a:r>
              <a:rPr lang="en-US" altLang="zh-CN"/>
              <a:t>3.  </a:t>
            </a:r>
            <a:r>
              <a:rPr lang="zh-CN" altLang="en-US"/>
              <a:t>计算机硬件的结构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 </a:t>
            </a:r>
            <a:r>
              <a:rPr lang="zh-CN" altLang="en-US"/>
              <a:t>计算机的功能</a:t>
            </a:r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 flipH="1">
            <a:off x="990600" y="1657350"/>
            <a:ext cx="1905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895350" y="1676400"/>
            <a:ext cx="7448550" cy="4114800"/>
            <a:chOff x="624" y="1236"/>
            <a:chExt cx="4692" cy="2592"/>
          </a:xfrm>
        </p:grpSpPr>
        <p:sp>
          <p:nvSpPr>
            <p:cNvPr id="6149" name="Rectangle 5"/>
            <p:cNvSpPr>
              <a:spLocks noChangeArrowheads="1"/>
            </p:cNvSpPr>
            <p:nvPr/>
          </p:nvSpPr>
          <p:spPr bwMode="auto">
            <a:xfrm>
              <a:off x="624" y="1236"/>
              <a:ext cx="4692" cy="2592"/>
            </a:xfrm>
            <a:prstGeom prst="rect">
              <a:avLst/>
            </a:prstGeom>
            <a:solidFill>
              <a:srgbClr val="DDDDDD"/>
            </a:solidFill>
            <a:ln w="1270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0" name="Oval 6"/>
            <p:cNvSpPr>
              <a:spLocks noChangeArrowheads="1"/>
            </p:cNvSpPr>
            <p:nvPr/>
          </p:nvSpPr>
          <p:spPr bwMode="auto">
            <a:xfrm>
              <a:off x="1572" y="1908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数据交换</a:t>
              </a:r>
            </a:p>
          </p:txBody>
        </p:sp>
        <p:sp>
          <p:nvSpPr>
            <p:cNvPr id="6151" name="Oval 7"/>
            <p:cNvSpPr>
              <a:spLocks noChangeArrowheads="1"/>
            </p:cNvSpPr>
            <p:nvPr/>
          </p:nvSpPr>
          <p:spPr bwMode="auto">
            <a:xfrm>
              <a:off x="2892" y="189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控制机制</a:t>
              </a:r>
              <a:endParaRPr lang="zh-CN" altLang="en-US" sz="2800" b="1"/>
            </a:p>
          </p:txBody>
        </p:sp>
        <p:sp>
          <p:nvSpPr>
            <p:cNvPr id="6152" name="Oval 8"/>
            <p:cNvSpPr>
              <a:spLocks noChangeArrowheads="1"/>
            </p:cNvSpPr>
            <p:nvPr/>
          </p:nvSpPr>
          <p:spPr bwMode="auto">
            <a:xfrm>
              <a:off x="4200" y="1404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数据处理</a:t>
              </a:r>
              <a:endParaRPr lang="zh-CN" altLang="en-US" sz="2800" b="1"/>
            </a:p>
          </p:txBody>
        </p:sp>
        <p:sp>
          <p:nvSpPr>
            <p:cNvPr id="6153" name="Oval 9"/>
            <p:cNvSpPr>
              <a:spLocks noChangeArrowheads="1"/>
            </p:cNvSpPr>
            <p:nvPr/>
          </p:nvSpPr>
          <p:spPr bwMode="auto">
            <a:xfrm>
              <a:off x="4188" y="2676"/>
              <a:ext cx="960" cy="924"/>
            </a:xfrm>
            <a:prstGeom prst="ellipse">
              <a:avLst/>
            </a:prstGeom>
            <a:solidFill>
              <a:schemeClr val="accent2"/>
            </a:solidFill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chemeClr val="bg1"/>
                  </a:solidFill>
                </a:rPr>
                <a:t>数据存储</a:t>
              </a:r>
              <a:endParaRPr lang="zh-CN" altLang="en-US" sz="2800" b="1"/>
            </a:p>
          </p:txBody>
        </p:sp>
        <p:sp>
          <p:nvSpPr>
            <p:cNvPr id="6154" name="Line 10"/>
            <p:cNvSpPr>
              <a:spLocks noChangeShapeType="1"/>
            </p:cNvSpPr>
            <p:nvPr/>
          </p:nvSpPr>
          <p:spPr bwMode="auto">
            <a:xfrm>
              <a:off x="2520" y="2268"/>
              <a:ext cx="360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2532" y="2484"/>
              <a:ext cx="372" cy="0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 flipV="1">
              <a:off x="3804" y="1932"/>
              <a:ext cx="420" cy="20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852" y="2160"/>
              <a:ext cx="456" cy="168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840" y="2520"/>
              <a:ext cx="516" cy="264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744" y="2664"/>
              <a:ext cx="468" cy="264"/>
            </a:xfrm>
            <a:prstGeom prst="line">
              <a:avLst/>
            </a:prstGeom>
            <a:noFill/>
            <a:ln w="3175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200" y="2268"/>
              <a:ext cx="360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1176" y="2484"/>
              <a:ext cx="408" cy="0"/>
            </a:xfrm>
            <a:prstGeom prst="line">
              <a:avLst/>
            </a:prstGeom>
            <a:noFill/>
            <a:ln w="38100" cap="sq">
              <a:solidFill>
                <a:srgbClr val="00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816" y="2040"/>
              <a:ext cx="3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800000"/>
                  </a:solidFill>
                </a:rPr>
                <a:t>外界</a:t>
              </a:r>
              <a:endParaRPr lang="zh-CN" altLang="en-US" sz="2800"/>
            </a:p>
          </p:txBody>
        </p:sp>
        <p:sp>
          <p:nvSpPr>
            <p:cNvPr id="6163" name="Text Box 19"/>
            <p:cNvSpPr txBox="1">
              <a:spLocks noChangeArrowheads="1"/>
            </p:cNvSpPr>
            <p:nvPr/>
          </p:nvSpPr>
          <p:spPr bwMode="auto">
            <a:xfrm>
              <a:off x="2028" y="3480"/>
              <a:ext cx="18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计算机功能框图</a:t>
              </a:r>
              <a:endParaRPr lang="zh-CN" altLang="en-US" sz="2800"/>
            </a:p>
          </p:txBody>
        </p:sp>
      </p:grpSp>
      <p:sp>
        <p:nvSpPr>
          <p:cNvPr id="6164" name="Rectangle 20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46</Words>
  <Application>Microsoft Office PowerPoint</Application>
  <PresentationFormat>全屏显示(4:3)</PresentationFormat>
  <Paragraphs>17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 计算机系统简介</vt:lpstr>
      <vt:lpstr>计算机硬件组成</vt:lpstr>
      <vt:lpstr>1.  计算机的功能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计算机系统简介</dc:title>
  <dc:creator>Zhang</dc:creator>
  <cp:lastModifiedBy>YlmF</cp:lastModifiedBy>
  <cp:revision>7</cp:revision>
  <dcterms:created xsi:type="dcterms:W3CDTF">2001-11-25T17:22:24Z</dcterms:created>
  <dcterms:modified xsi:type="dcterms:W3CDTF">2013-08-28T05:13:13Z</dcterms:modified>
</cp:coreProperties>
</file>