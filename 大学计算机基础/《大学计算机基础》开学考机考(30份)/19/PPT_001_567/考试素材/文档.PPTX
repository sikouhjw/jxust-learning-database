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8D1061-5AEE-447A-A5B7-4024D4786EA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5218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941E93-A2EC-4D9B-AD8E-E8463BBF5F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535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B772C4-F991-4573-8F78-452B6B9264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777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301014-53A7-495A-ACF5-DA8C1FCAFF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77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8B9363-3F8D-4364-B3AA-CA7D05ED49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39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15235B-59A4-4CAD-BBED-12A2135642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006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4DC6D-59DA-496C-A809-A88DF73849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4220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D14E8-AB40-4976-82C5-D0BF163CCC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546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46C7A-5A01-4D03-ACC0-FD9A96284E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355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BC61A-BC06-4295-BBF0-AE5CA1DB05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34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F20817-ACAF-4532-BFC2-86402E240D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430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D59D85-78E6-46F0-9FF7-720FFC5A01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266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7859437-EE99-4E29-9816-E77D386467B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Grp="1" noChangeAspect="1"/>
          </p:cNvGraphicFramePr>
          <p:nvPr>
            <p:ph/>
          </p:nvPr>
        </p:nvGraphicFramePr>
        <p:xfrm>
          <a:off x="685800" y="762000"/>
          <a:ext cx="77724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图片" r:id="rId3" imgW="2743200" imgH="1828800" progId="Word.Picture.8">
                  <p:embed/>
                </p:oleObj>
              </mc:Choice>
              <mc:Fallback>
                <p:oleObj name="图片" r:id="rId3" imgW="2743200" imgH="182880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62000"/>
                        <a:ext cx="7772400" cy="518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爸爸妈妈的耳朵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3200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		</a:t>
            </a:r>
            <a:r>
              <a:rPr lang="zh-CN" altLang="en-US"/>
              <a:t>夏日炎炎，屋里总有几只蚊子扰得大家坐卧不民宁。</a:t>
            </a:r>
            <a:r>
              <a:rPr lang="en-US" altLang="zh-CN"/>
              <a:t>5</a:t>
            </a:r>
            <a:r>
              <a:rPr lang="zh-CN" altLang="en-US"/>
              <a:t>岁的倩倩对我说：“妈妈，我想了一个对付蚊子的方法：全家人几天不洗澡，把那些蚊子臭死。好不好？”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772400" cy="1143000"/>
          </a:xfrm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r>
              <a:rPr lang="zh-CN" altLang="en-US" sz="6000" b="1" dirty="0">
                <a:solidFill>
                  <a:srgbClr val="A50021"/>
                </a:solidFill>
              </a:rPr>
              <a:t>大家齐锻炼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877" y="1916832"/>
            <a:ext cx="6742176" cy="4492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5" baseType="lpstr">
      <vt:lpstr>Office 主题​​</vt:lpstr>
      <vt:lpstr>图片</vt:lpstr>
      <vt:lpstr>PowerPoint 演示文稿</vt:lpstr>
      <vt:lpstr>爸爸妈妈的耳朵</vt:lpstr>
      <vt:lpstr>大家齐锻炼</vt:lpstr>
    </vt:vector>
  </TitlesOfParts>
  <Company>北航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计算中心</dc:creator>
  <cp:lastModifiedBy>YlmF</cp:lastModifiedBy>
  <cp:revision>4</cp:revision>
  <dcterms:created xsi:type="dcterms:W3CDTF">2001-12-20T12:06:14Z</dcterms:created>
  <dcterms:modified xsi:type="dcterms:W3CDTF">2013-08-21T05:32:01Z</dcterms:modified>
</cp:coreProperties>
</file>