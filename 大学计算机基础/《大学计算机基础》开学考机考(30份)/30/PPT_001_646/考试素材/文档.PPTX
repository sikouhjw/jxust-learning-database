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7" r:id="rId2"/>
    <p:sldId id="259" r:id="rId3"/>
    <p:sldId id="260" r:id="rId4"/>
    <p:sldId id="258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55129D0-6D57-4B1C-A3D7-7453A0BFB7D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9FF1A8-640A-436D-A2D4-00BA03B1847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17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E16AF8-1C90-41D1-B91D-ADC56CEB25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015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60981-191F-49E5-8634-81F72AE7EB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01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75665-32B4-4838-9892-1E0A199C1E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254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0AD574-314D-4E6F-8C7F-B64940ED62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3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062E57-E950-4A9D-B886-B9A481F4CEC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323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276680-B034-4479-BF40-1A2EB1709FD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174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3C8F91-9C7E-4265-935D-96E7F5C048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377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A136BC-1C0E-4F12-8B09-423BB16A60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919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21E55-4623-4173-B884-C5DABC727B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178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902C2FDE-6F2B-4CCF-B93F-3DF2FB9A937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24" name="Picture 4" descr="北京地铁房山线9座高架车站外观似画卷(组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2349500"/>
            <a:ext cx="4211637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25" name="Picture 5" descr="北京地铁房山线9座高架车站外观似画卷(组图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205038"/>
            <a:ext cx="3995737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/>
              <a:t>长阳车站造型犹如一张卷起的纸，两端微微向外抽出。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　　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纸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的外延两端为斜三角玻璃幕墙的形式，从外向内看为淡淡的墨绿色，从内向外看则是透明的。除此之外，其余部分则为白色铝板，整体显得轻盈大方。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长阳站作为全线唯一一座进行一体化设计的车站，外部人行天桥的两端搭建起了两个小平台，未来可与周边建筑无缝衔接，市民换乘极为方便。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zh-CN" sz="2800"/>
          </a:p>
          <a:p>
            <a:pPr>
              <a:lnSpc>
                <a:spcPct val="80000"/>
              </a:lnSpc>
            </a:pPr>
            <a:r>
              <a:rPr lang="zh-CN" altLang="en-US" sz="2800"/>
              <a:t>大葆台站为一座半地下车站</a:t>
            </a:r>
          </a:p>
          <a:p>
            <a:pPr>
              <a:lnSpc>
                <a:spcPct val="80000"/>
              </a:lnSpc>
            </a:pPr>
            <a:r>
              <a:rPr lang="zh-CN" altLang="en-US" sz="2800"/>
              <a:t>　　据轨道建设管理公司介绍，除了</a:t>
            </a:r>
            <a:r>
              <a:rPr lang="en-US" altLang="zh-CN" sz="2800"/>
              <a:t>9</a:t>
            </a:r>
            <a:r>
              <a:rPr lang="zh-CN" altLang="en-US" sz="2800"/>
              <a:t>座高架车站外，线路最东北端的大葆台站为一座半地下车站，即站台层在地下，站厅层则在地上。</a:t>
            </a:r>
          </a:p>
          <a:p>
            <a:pPr>
              <a:lnSpc>
                <a:spcPct val="80000"/>
              </a:lnSpc>
            </a:pPr>
            <a:r>
              <a:rPr lang="zh-CN" altLang="en-US" sz="2800"/>
              <a:t>　　地面上的站厅结构从中间一分为二，成为东、西两个独立的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单体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，两个单体之间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空档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正对着世界公园南门。乘客进出世界公园很方便，无需绕行。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轨道交通房山线西起苏庄站，东至大葆台站。全线</a:t>
            </a:r>
            <a:r>
              <a:rPr lang="en-US" altLang="zh-CN" sz="2800"/>
              <a:t>10</a:t>
            </a:r>
            <a:r>
              <a:rPr lang="zh-CN" altLang="en-US" sz="2800"/>
              <a:t>座车站中，有</a:t>
            </a:r>
            <a:r>
              <a:rPr lang="en-US" altLang="zh-CN" sz="2800"/>
              <a:t>1</a:t>
            </a:r>
            <a:r>
              <a:rPr lang="zh-CN" altLang="en-US" sz="2800"/>
              <a:t>座半地下站和</a:t>
            </a:r>
            <a:r>
              <a:rPr lang="en-US" altLang="zh-CN" sz="2800"/>
              <a:t>9</a:t>
            </a:r>
            <a:r>
              <a:rPr lang="zh-CN" altLang="en-US" sz="2800"/>
              <a:t>座高架车站，高架车站的外观犹如一张卷起的纸，展现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城市画卷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的寓意。</a:t>
            </a:r>
          </a:p>
          <a:p>
            <a:r>
              <a:rPr lang="zh-CN" altLang="en-US" sz="2800"/>
              <a:t>　　房山线由于在施工过程中需跨越许多铁路、道路等，为了避免线路上下起伏过大，所有高架车站均</a:t>
            </a:r>
            <a:r>
              <a:rPr lang="zh-CN" altLang="en-US" sz="2800">
                <a:latin typeface="Arial"/>
              </a:rPr>
              <a:t>“</a:t>
            </a:r>
            <a:r>
              <a:rPr lang="zh-CN" altLang="en-US" sz="2800"/>
              <a:t>抬高身高</a:t>
            </a:r>
            <a:r>
              <a:rPr lang="zh-CN" altLang="en-US" sz="2800">
                <a:latin typeface="Arial"/>
              </a:rPr>
              <a:t>”</a:t>
            </a:r>
            <a:r>
              <a:rPr lang="zh-CN" altLang="en-US" sz="2800"/>
              <a:t>，设计成三层结构：一层为设备层，二层为售票的站厅层，三层为乘车的站台层。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38</TotalTime>
  <Words>78</Words>
  <Application>Microsoft Office PowerPoint</Application>
  <PresentationFormat>全屏显示(4:3)</PresentationFormat>
  <Paragraphs>9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default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YlmF</cp:lastModifiedBy>
  <cp:revision>5</cp:revision>
  <cp:lastPrinted>1601-01-01T00:00:00Z</cp:lastPrinted>
  <dcterms:created xsi:type="dcterms:W3CDTF">2010-07-25T09:36:26Z</dcterms:created>
  <dcterms:modified xsi:type="dcterms:W3CDTF">2013-09-02T06:22:28Z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