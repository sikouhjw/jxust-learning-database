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-372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圆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圆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E55129D0-6D57-4B1C-A3D7-7453A0BFB7D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FF1A8-640A-436D-A2D4-00BA03B1847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16AF8-1C90-41D1-B91D-ADC56CEB251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60981-191F-49E5-8634-81F72AE7EB6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6" name="日期占位符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endParaRPr lang="en-US" altLang="zh-CN"/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A775665-32B4-4838-9892-1E0A199C1ECF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8" name="页脚占位符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EC0AD574-314D-4E6F-8C7F-B64940ED62C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62E57-E950-4A9D-B886-B9A481F4CEC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76680-B034-4479-BF40-1A2EB1709FD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8F91-9C7E-4265-935D-96E7F5C0482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136BC-1C0E-4F12-8B09-423BB16A60F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21E55-4623-4173-B884-C5DABC727B9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圆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圆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902C2FDE-6F2B-4CCF-B93F-3DF2FB9A937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" Target="slide3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6B19C"/>
            </a:gs>
            <a:gs pos="30000">
              <a:srgbClr val="D49E6C"/>
            </a:gs>
            <a:gs pos="70000">
              <a:srgbClr val="A65528"/>
            </a:gs>
            <a:gs pos="100000">
              <a:srgbClr val="66301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880000" y="2160000"/>
            <a:ext cx="505458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zh-CN" altLang="en-US" sz="5400" b="1" dirty="0">
                <a:ln w="50800"/>
                <a:solidFill>
                  <a:schemeClr val="bg1">
                    <a:shade val="50000"/>
                  </a:schemeClr>
                </a:solidFill>
              </a:rPr>
              <a:t>轨道交通房山线</a:t>
            </a:r>
            <a:endParaRPr lang="zh-CN" altLang="en-US" sz="5400" b="1" cap="none" spc="0" dirty="0">
              <a:ln w="50800"/>
              <a:solidFill>
                <a:schemeClr val="bg1">
                  <a:shade val="50000"/>
                </a:schemeClr>
              </a:solidFill>
              <a:effectLst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4147" name="Rectangle 3"/>
          <p:cNvSpPr>
            <a:spLocks noGrp="1" noChangeArrowheads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en-US" sz="2100" dirty="0">
                <a:latin typeface="宋体" pitchFamily="2" charset="-122"/>
                <a:ea typeface="宋体" pitchFamily="2" charset="-122"/>
              </a:rPr>
              <a:t>轨道交通房山线西起苏庄站，东至大葆台站。全线</a:t>
            </a:r>
            <a:r>
              <a:rPr lang="en-US" altLang="zh-CN" sz="2100" dirty="0">
                <a:latin typeface="宋体" pitchFamily="2" charset="-122"/>
                <a:ea typeface="宋体" pitchFamily="2" charset="-122"/>
              </a:rPr>
              <a:t>10</a:t>
            </a:r>
            <a:r>
              <a:rPr lang="zh-CN" altLang="en-US" sz="2100" dirty="0">
                <a:latin typeface="宋体" pitchFamily="2" charset="-122"/>
                <a:ea typeface="宋体" pitchFamily="2" charset="-122"/>
              </a:rPr>
              <a:t>座车站中，有</a:t>
            </a:r>
            <a:r>
              <a:rPr lang="en-US" altLang="zh-CN" sz="2100" dirty="0">
                <a:latin typeface="宋体" pitchFamily="2" charset="-122"/>
                <a:ea typeface="宋体" pitchFamily="2" charset="-122"/>
              </a:rPr>
              <a:t>1</a:t>
            </a:r>
            <a:r>
              <a:rPr lang="zh-CN" altLang="en-US" sz="2100" dirty="0">
                <a:latin typeface="宋体" pitchFamily="2" charset="-122"/>
                <a:ea typeface="宋体" pitchFamily="2" charset="-122"/>
              </a:rPr>
              <a:t>座半地下站和</a:t>
            </a:r>
            <a:r>
              <a:rPr lang="en-US" altLang="zh-CN" sz="2100" dirty="0">
                <a:latin typeface="宋体" pitchFamily="2" charset="-122"/>
                <a:ea typeface="宋体" pitchFamily="2" charset="-122"/>
              </a:rPr>
              <a:t>9</a:t>
            </a:r>
            <a:r>
              <a:rPr lang="zh-CN" altLang="en-US" sz="2100" dirty="0">
                <a:latin typeface="宋体" pitchFamily="2" charset="-122"/>
                <a:ea typeface="宋体" pitchFamily="2" charset="-122"/>
              </a:rPr>
              <a:t>座高架车站，高架车站的外观犹如一张卷起的纸，展现“</a:t>
            </a:r>
            <a:r>
              <a:rPr lang="zh-CN" altLang="en-US" sz="2100" dirty="0">
                <a:latin typeface="宋体" pitchFamily="2" charset="-122"/>
                <a:ea typeface="宋体" pitchFamily="2" charset="-122"/>
                <a:hlinkClick r:id="rId2" action="ppaction://hlinksldjump"/>
              </a:rPr>
              <a:t>城市画卷</a:t>
            </a:r>
            <a:r>
              <a:rPr lang="zh-CN" altLang="en-US" sz="2100" dirty="0">
                <a:latin typeface="宋体" pitchFamily="2" charset="-122"/>
                <a:ea typeface="宋体" pitchFamily="2" charset="-122"/>
              </a:rPr>
              <a:t>”的寓意。</a:t>
            </a:r>
          </a:p>
          <a:p>
            <a:r>
              <a:rPr lang="zh-CN" altLang="en-US" sz="2100" dirty="0">
                <a:latin typeface="宋体" pitchFamily="2" charset="-122"/>
                <a:ea typeface="宋体" pitchFamily="2" charset="-122"/>
              </a:rPr>
              <a:t>　　房山线由于在施工过程中需跨越许多铁路、道路等，为了避免线路上下起伏过大，所有高架车站均“抬高身高”，设计成三层结构：一层为设备层，二层为售票的站厅层，三层为乘车的站台层。</a:t>
            </a:r>
          </a:p>
        </p:txBody>
      </p:sp>
      <p:pic>
        <p:nvPicPr>
          <p:cNvPr id="6" name="Picture 4" descr="北京地铁房山线9座高架车站外观似画卷(组图)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377990"/>
            <a:ext cx="4038600" cy="2268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/>
              <a:t>长阳车站造型犹如一张卷起的纸，两端微微向外抽出。</a:t>
            </a:r>
          </a:p>
          <a:p>
            <a:pPr>
              <a:lnSpc>
                <a:spcPct val="90000"/>
              </a:lnSpc>
            </a:pPr>
            <a:r>
              <a:rPr lang="zh-CN" altLang="en-US" dirty="0"/>
              <a:t>　　</a:t>
            </a:r>
            <a:r>
              <a:rPr lang="zh-CN" altLang="en-US" dirty="0">
                <a:latin typeface="Arial"/>
              </a:rPr>
              <a:t>“</a:t>
            </a:r>
            <a:r>
              <a:rPr lang="zh-CN" altLang="en-US" dirty="0"/>
              <a:t>纸</a:t>
            </a:r>
            <a:r>
              <a:rPr lang="zh-CN" altLang="en-US" dirty="0">
                <a:latin typeface="Arial"/>
              </a:rPr>
              <a:t>”</a:t>
            </a:r>
            <a:r>
              <a:rPr lang="zh-CN" altLang="en-US" dirty="0"/>
              <a:t>的外延两端为斜三角玻璃幕墙的形式，从外向内看为淡淡的墨绿色，从内向外看则是透明的。除此之外，其余部分则为白色铝板，整体显得轻盈大方。</a:t>
            </a:r>
          </a:p>
          <a:p>
            <a:pPr>
              <a:lnSpc>
                <a:spcPct val="90000"/>
              </a:lnSpc>
            </a:pPr>
            <a:r>
              <a:rPr lang="zh-CN" altLang="en-US" dirty="0"/>
              <a:t>长阳站作为全线唯一一座进行一体化设计的车站，外部人行天桥的两端搭建起了两个小平台，未来可与周边建筑无缝衔接，市民换乘极为方便。 </a:t>
            </a:r>
          </a:p>
          <a:p>
            <a:endParaRPr lang="zh-CN" altLang="en-US" dirty="0"/>
          </a:p>
        </p:txBody>
      </p:sp>
      <p:pic>
        <p:nvPicPr>
          <p:cNvPr id="8" name="Picture 5" descr="北京地铁房山线9座高架车站外观似画卷(组图)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171383"/>
            <a:ext cx="5102225" cy="3061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36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altLang="zh-CN" sz="2800" dirty="0"/>
          </a:p>
          <a:p>
            <a:pPr>
              <a:lnSpc>
                <a:spcPct val="80000"/>
              </a:lnSpc>
            </a:pPr>
            <a:r>
              <a:rPr lang="zh-CN" altLang="en-US" sz="2800" dirty="0"/>
              <a:t>大葆台站为一座半地下车站</a:t>
            </a:r>
          </a:p>
          <a:p>
            <a:pPr>
              <a:lnSpc>
                <a:spcPct val="80000"/>
              </a:lnSpc>
            </a:pPr>
            <a:r>
              <a:rPr lang="zh-CN" altLang="en-US" sz="2800" dirty="0"/>
              <a:t>　　据轨道建设管理公司介绍，除了</a:t>
            </a:r>
            <a:r>
              <a:rPr lang="en-US" altLang="zh-CN" sz="2800" dirty="0"/>
              <a:t>9</a:t>
            </a:r>
            <a:r>
              <a:rPr lang="zh-CN" altLang="en-US" sz="2800" dirty="0"/>
              <a:t>座高架车站外，线路最东北端的大葆台站为一座半地下车站，即站台层在地下，站厅层则在地上。</a:t>
            </a:r>
          </a:p>
          <a:p>
            <a:pPr>
              <a:lnSpc>
                <a:spcPct val="80000"/>
              </a:lnSpc>
            </a:pPr>
            <a:r>
              <a:rPr lang="zh-CN" altLang="en-US" sz="2800" dirty="0"/>
              <a:t>　　地面上的站厅结构从中间一分为二，成为东、西两个独立的</a:t>
            </a:r>
            <a:r>
              <a:rPr lang="zh-CN" altLang="en-US" sz="2800" dirty="0">
                <a:latin typeface="Arial"/>
              </a:rPr>
              <a:t>“</a:t>
            </a:r>
            <a:r>
              <a:rPr lang="zh-CN" altLang="en-US" sz="2800" dirty="0"/>
              <a:t>单体</a:t>
            </a:r>
            <a:r>
              <a:rPr lang="zh-CN" altLang="en-US" sz="2800" dirty="0">
                <a:latin typeface="Arial"/>
              </a:rPr>
              <a:t>”</a:t>
            </a:r>
            <a:r>
              <a:rPr lang="zh-CN" altLang="en-US" sz="2800" dirty="0"/>
              <a:t>，两个单体之间</a:t>
            </a:r>
            <a:r>
              <a:rPr lang="zh-CN" altLang="en-US" sz="2800" dirty="0">
                <a:latin typeface="Arial"/>
              </a:rPr>
              <a:t>“</a:t>
            </a:r>
            <a:r>
              <a:rPr lang="zh-CN" altLang="en-US" sz="2800" dirty="0"/>
              <a:t>空档</a:t>
            </a:r>
            <a:r>
              <a:rPr lang="zh-CN" altLang="en-US" sz="2800" dirty="0">
                <a:latin typeface="Arial"/>
              </a:rPr>
              <a:t>”</a:t>
            </a:r>
            <a:r>
              <a:rPr lang="zh-CN" altLang="en-US" sz="2800" dirty="0"/>
              <a:t>正对着世界公园南门。乘客进出世界公园很方便，无需绕行。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市">
  <a:themeElements>
    <a:clrScheme name="都市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都市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都市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57</TotalTime>
  <Words>82</Words>
  <Application>Microsoft Office PowerPoint</Application>
  <PresentationFormat>全屏显示(4:3)</PresentationFormat>
  <Paragraphs>10</Paragraphs>
  <Slides>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5" baseType="lpstr">
      <vt:lpstr>都市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YlmF</cp:lastModifiedBy>
  <cp:revision>9</cp:revision>
  <cp:lastPrinted>1601-01-01T00:00:00Z</cp:lastPrinted>
  <dcterms:created xsi:type="dcterms:W3CDTF">2010-07-25T09:36:26Z</dcterms:created>
  <dcterms:modified xsi:type="dcterms:W3CDTF">2013-09-02T06:42:19Z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7</vt:i4>
  </property>
</Properties>
</file>