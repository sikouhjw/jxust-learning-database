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2787"/>
    <p:restoredTop sz="90909" autoAdjust="0"/>
  </p:normalViewPr>
  <p:slideViewPr>
    <p:cSldViewPr>
      <p:cViewPr varScale="1">
        <p:scale>
          <a:sx n="55" d="100"/>
          <a:sy n="55" d="100"/>
        </p:scale>
        <p:origin x="-102" y="-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8C6532-6EAF-443E-BFEA-F9A37324D9C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3015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D0AC6B-649D-478D-AA6A-F8047188C78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3084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B19B7D-E97E-4E5C-B21C-3BAA514E342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4252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405041-A80D-4D56-95D9-97F95CD5F7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5532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83BBF7-236A-42E1-B309-18463415B63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5430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E4A75B-96FE-423E-A487-E657FFE8A4A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560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CAF954-E21E-42AE-B374-93610BEF00F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316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F3299A-1DE5-4492-AE4C-C020DD2AA73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8011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B5E89F-BC46-442C-B02D-604F2195604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242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EEDB1-08A2-4B8A-AFD8-06DDCB7504F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0351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04B8F8-D280-4FEF-8524-6CD0B6CE1E8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3389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780579D-3BA0-4E30-98A8-171B97F1159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禁酒令</a:t>
            </a:r>
          </a:p>
        </p:txBody>
      </p:sp>
      <p:pic>
        <p:nvPicPr>
          <p:cNvPr id="3077" name="Picture 5" descr="E:\Win_ksxt\200604_23\MS Office评分\200604_23次\PPT\2\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2057400"/>
            <a:ext cx="3517900" cy="344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83568" y="1772816"/>
            <a:ext cx="396044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zh-CN" altLang="en-US" sz="2800" dirty="0"/>
              <a:t>早在</a:t>
            </a:r>
            <a:r>
              <a:rPr lang="en-US" altLang="zh-CN" sz="2800" dirty="0"/>
              <a:t>1999</a:t>
            </a:r>
            <a:r>
              <a:rPr lang="zh-CN" altLang="en-US" sz="2800" dirty="0"/>
              <a:t>年，</a:t>
            </a:r>
            <a:r>
              <a:rPr lang="en-US" altLang="zh-CN" sz="2800" dirty="0"/>
              <a:t>《</a:t>
            </a:r>
            <a:r>
              <a:rPr lang="zh-CN" altLang="en-US" sz="2800" dirty="0"/>
              <a:t>中华人民共和国预防未成年人犯罪法</a:t>
            </a:r>
            <a:r>
              <a:rPr lang="en-US" altLang="zh-CN" sz="2800" dirty="0"/>
              <a:t>》</a:t>
            </a:r>
            <a:r>
              <a:rPr lang="zh-CN" altLang="en-US" sz="2800" dirty="0"/>
              <a:t>明文规定：“任何经营场所不得向未成年人出售烟酒。”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zh-CN" altLang="en-US" sz="2800" dirty="0"/>
              <a:t>今年</a:t>
            </a:r>
            <a:r>
              <a:rPr lang="en-US" altLang="zh-CN" sz="2800" dirty="0"/>
              <a:t>7</a:t>
            </a:r>
            <a:r>
              <a:rPr lang="zh-CN" altLang="en-US" sz="2800" dirty="0"/>
              <a:t>月，商务部颁布规定，全国酒类经营者不准向未成年人出售酒类商品。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禁酒令只禁不罚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学通社小记者（均不满</a:t>
            </a:r>
            <a:r>
              <a:rPr lang="en-US" altLang="zh-CN"/>
              <a:t>18</a:t>
            </a:r>
            <a:r>
              <a:rPr lang="zh-CN" altLang="en-US"/>
              <a:t>岁）在超市、饭馆、烟酒专卖店等买酒一路“绿灯”。</a:t>
            </a:r>
          </a:p>
          <a:p>
            <a:r>
              <a:rPr lang="zh-CN" altLang="en-US"/>
              <a:t>专家表示：商务部出台的“禁酒令”管不住商家是预料中的事，因为没有罚则，可以理解为仅仅是倡导性质，即使违反，也不会受到严厉处罚。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113</Words>
  <Application>Microsoft Office PowerPoint</Application>
  <PresentationFormat>全屏显示(4:3)</PresentationFormat>
  <Paragraphs>6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默认设计模板</vt:lpstr>
      <vt:lpstr>禁酒令</vt:lpstr>
      <vt:lpstr>禁酒令只禁不罚</vt:lpstr>
    </vt:vector>
  </TitlesOfParts>
  <Company>bit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</dc:creator>
  <cp:lastModifiedBy>YlmF</cp:lastModifiedBy>
  <cp:revision>4</cp:revision>
  <dcterms:created xsi:type="dcterms:W3CDTF">2005-07-07T08:08:56Z</dcterms:created>
  <dcterms:modified xsi:type="dcterms:W3CDTF">2013-09-05T06:50:00Z</dcterms:modified>
</cp:coreProperties>
</file>