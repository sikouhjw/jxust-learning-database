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2012-4-12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\Microsoft Office\MEDIA\CAGCAT10\j0090386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800" y="2880000"/>
            <a:ext cx="2699442" cy="231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70800" y="692696"/>
            <a:ext cx="448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送您一棵树</a:t>
            </a:r>
          </a:p>
        </p:txBody>
      </p:sp>
    </p:spTree>
    <p:extLst>
      <p:ext uri="{BB962C8B-B14F-4D97-AF65-F5344CB8AC3E}">
        <p14:creationId xmlns:p14="http://schemas.microsoft.com/office/powerpoint/2010/main" val="183834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196752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hlinkClick r:id="" action="ppaction://hlinkshowjump?jump=lastslide"/>
              </a:rPr>
              <a:t>请听小树的呼声</a:t>
            </a:r>
            <a:endParaRPr lang="zh-CN" altLang="en-US" sz="4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750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3768" y="1196752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请您爱护我，就像爱护您的儿女！</a:t>
            </a:r>
          </a:p>
        </p:txBody>
      </p:sp>
    </p:spTree>
    <p:extLst>
      <p:ext uri="{BB962C8B-B14F-4D97-AF65-F5344CB8AC3E}">
        <p14:creationId xmlns:p14="http://schemas.microsoft.com/office/powerpoint/2010/main" val="124297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23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PETER</cp:lastModifiedBy>
  <cp:revision>7</cp:revision>
  <dcterms:modified xsi:type="dcterms:W3CDTF">2012-04-12T08:19:38Z</dcterms:modified>
</cp:coreProperties>
</file>