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80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7200" b="1" dirty="0" smtClean="0">
                <a:latin typeface="黑体" pitchFamily="2" charset="-122"/>
                <a:ea typeface="黑体" pitchFamily="2" charset="-122"/>
              </a:rPr>
              <a:t>愿望</a:t>
            </a:r>
            <a:endParaRPr lang="zh-CN" altLang="en-US" sz="72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>
                <a:hlinkClick r:id="" action="ppaction://hlinkshowjump?jump=nextslide"/>
              </a:rPr>
              <a:t>精忠报国</a:t>
            </a:r>
            <a:endParaRPr lang="zh-CN" altLang="en-US" dirty="0"/>
          </a:p>
        </p:txBody>
      </p:sp>
      <p:pic>
        <p:nvPicPr>
          <p:cNvPr id="1026" name="Picture 2" descr="C:\Program Files\Microsoft Office\MEDIA\CAGCAT10\j0090386.wmf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645024"/>
            <a:ext cx="216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45537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88261" y="2967335"/>
            <a:ext cx="29674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爱我中华</a:t>
            </a:r>
            <a:endParaRPr lang="zh-CN" altLang="en-US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079024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11</TotalTime>
  <Words>5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穿越</vt:lpstr>
      <vt:lpstr>愿望</vt:lpstr>
      <vt:lpstr>PowerPoint 演示文稿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愿望</dc:title>
  <dc:creator>金蕾</dc:creator>
  <cp:lastModifiedBy>Mr</cp:lastModifiedBy>
  <cp:revision>4</cp:revision>
  <dcterms:created xsi:type="dcterms:W3CDTF">2009-12-15T07:04:52Z</dcterms:created>
  <dcterms:modified xsi:type="dcterms:W3CDTF">2012-03-29T06:16:27Z</dcterms:modified>
</cp:coreProperties>
</file>