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52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" baseType="lpstr">
      <vt:lpstr>Office 主题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金蕾</dc:creator>
  <cp:lastModifiedBy>Mr</cp:lastModifiedBy>
  <cp:revision>1</cp:revision>
  <dcterms:created xsi:type="dcterms:W3CDTF">2009-12-15T07:04:52Z</dcterms:created>
  <dcterms:modified xsi:type="dcterms:W3CDTF">2012-03-29T06:04:45Z</dcterms:modified>
</cp:coreProperties>
</file>