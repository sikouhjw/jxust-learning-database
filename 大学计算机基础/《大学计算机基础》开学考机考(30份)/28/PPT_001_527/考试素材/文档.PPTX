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DC743A-3076-497A-81DF-B2CD3CD3DF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03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BF3AA4-60AC-41F5-B7DC-39AEC8F2E2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64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E077CE-0D08-4792-8BF5-09209B9B5F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25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50CC2B-EF63-4923-95D2-7F880CD98F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837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F1220B-B216-4D5F-BCFE-38FA671659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1485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5A70E0-F826-4E77-A2F7-8B87F5F6C1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660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32713-754E-4ACB-8B0A-E84304FB2D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595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0998D2-A4CD-4F46-A70B-3FDDC7FC91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012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3DF930-9129-4424-8807-41EB824DCE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876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604426-A7C9-4685-9FCB-24D08C3CE7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228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8C5AA2-543D-4070-91D5-599BFBF6AB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765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E0E2D4E-E5A9-4C0E-8310-C15654E85EE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/>
          <a:lstStyle/>
          <a:p>
            <a:r>
              <a:rPr lang="zh-CN" altLang="en-US"/>
              <a:t>莫愁湖</a:t>
            </a:r>
          </a:p>
        </p:txBody>
      </p:sp>
      <p:pic>
        <p:nvPicPr>
          <p:cNvPr id="4100" name="Picture 4" descr="pptp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743200"/>
            <a:ext cx="3962400" cy="257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莫愁湖简介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景观特色</a:t>
            </a:r>
          </a:p>
          <a:p>
            <a:endParaRPr lang="zh-CN" altLang="en-US"/>
          </a:p>
          <a:p>
            <a:r>
              <a:rPr lang="zh-CN" altLang="en-US"/>
              <a:t>历史渊源</a:t>
            </a:r>
          </a:p>
          <a:p>
            <a:endParaRPr lang="zh-CN" altLang="en-US"/>
          </a:p>
          <a:p>
            <a:r>
              <a:rPr lang="zh-CN" altLang="en-US"/>
              <a:t>主要景点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景观特色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莫愁湖，位于南京秦淮河西。莫愁湖公园是一座有着</a:t>
            </a:r>
            <a:r>
              <a:rPr lang="en-US" altLang="zh-CN"/>
              <a:t>1500</a:t>
            </a:r>
            <a:r>
              <a:rPr lang="zh-CN" altLang="en-US"/>
              <a:t>年悠久历史和丰富人文资源的江南古典名园，为六朝胜迹。公园现有面积为</a:t>
            </a:r>
            <a:r>
              <a:rPr lang="en-US" altLang="zh-CN"/>
              <a:t>58.36</a:t>
            </a:r>
            <a:r>
              <a:rPr lang="zh-CN" altLang="en-US"/>
              <a:t>公顷，其中水面为</a:t>
            </a:r>
            <a:r>
              <a:rPr lang="en-US" altLang="zh-CN"/>
              <a:t>32.36</a:t>
            </a:r>
            <a:r>
              <a:rPr lang="zh-CN" altLang="en-US"/>
              <a:t>公顷。园内楼、轩、亭、榭错列有致，堤岸垂柳，水中海棠。胜棋楼、郁金堂、水榭、抱月楼、曲径回廊等掩映在山石松竹、花木绿荫之中。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历史渊源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莫愁湖古称横塘，因其依石头城，故又称石城湖。相传南齐时，有洛阳少女莫愁，因家贫远嫁江东富户卢家，移居南京石城湖畔。莫愁端庄贤惠，乐于助人，后人为纪念她，便将石城湖改名为莫愁湖。后在她的故居郁金堂侧赏荷厅的莲花池内，塑起了一尊二米高的汉白玉塑像，现已成为南京标志性景点之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主要景点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胜棋楼坐北朝南，是一座古朴的两层建筑，楼下陈列着名人字画，楼上悬挂着明太祖朱元璋和中山王徐达奕棋的画像。</a:t>
            </a:r>
          </a:p>
          <a:p>
            <a:r>
              <a:rPr lang="zh-CN" altLang="en-US"/>
              <a:t>胜棋楼西侧是莫愁女故居</a:t>
            </a:r>
            <a:r>
              <a:rPr lang="en-US" altLang="zh-CN"/>
              <a:t>—</a:t>
            </a:r>
            <a:r>
              <a:rPr lang="zh-CN" altLang="en-US"/>
              <a:t>郁金堂，“郁金堂”三字为刘海粟所题。</a:t>
            </a:r>
          </a:p>
          <a:p>
            <a:r>
              <a:rPr lang="zh-CN" altLang="en-US"/>
              <a:t>出花墙沿湖边向西不远立着一座高约</a:t>
            </a:r>
            <a:r>
              <a:rPr lang="en-US" altLang="zh-CN"/>
              <a:t>3</a:t>
            </a:r>
            <a:r>
              <a:rPr lang="zh-CN" altLang="en-US"/>
              <a:t>米、宽</a:t>
            </a:r>
            <a:r>
              <a:rPr lang="en-US" altLang="zh-CN"/>
              <a:t>1.6</a:t>
            </a:r>
            <a:r>
              <a:rPr lang="zh-CN" altLang="en-US"/>
              <a:t>米的“重修建国粤军阵亡将士墓记”碑刻。再过一座小桥即是粤军阵亡将士墓。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318</Words>
  <Application>Microsoft Office PowerPoint</Application>
  <PresentationFormat>全屏显示(4:3)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宋体</vt:lpstr>
      <vt:lpstr>默认设计模板</vt:lpstr>
      <vt:lpstr>莫愁湖</vt:lpstr>
      <vt:lpstr>莫愁湖简介</vt:lpstr>
      <vt:lpstr>景观特色</vt:lpstr>
      <vt:lpstr>历史渊源</vt:lpstr>
      <vt:lpstr>主要景点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Shijch</cp:lastModifiedBy>
  <cp:revision>7</cp:revision>
  <cp:lastPrinted>1601-01-01T00:00:00Z</cp:lastPrinted>
  <dcterms:created xsi:type="dcterms:W3CDTF">1601-01-01T00:00:00Z</dcterms:created>
  <dcterms:modified xsi:type="dcterms:W3CDTF">2012-11-15T05:38:49Z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