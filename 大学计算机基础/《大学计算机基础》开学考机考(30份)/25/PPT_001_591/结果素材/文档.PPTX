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8" r:id="rId2"/>
    <p:sldId id="256" r:id="rId3"/>
    <p:sldId id="257" r:id="rId4"/>
  </p:sldIdLst>
  <p:sldSz cx="9144000" cy="6858000" type="screen4x3"/>
  <p:notesSz cx="6858000" cy="9144000"/>
  <p:defaultTextStyle>
    <a:defPPr>
      <a:defRPr lang="zh-CN"/>
    </a:defPPr>
    <a:lvl1pPr algn="l" rtl="0" fontAlgn="base">
      <a:spcBef>
        <a:spcPct val="0"/>
      </a:spcBef>
      <a:spcAft>
        <a:spcPct val="0"/>
      </a:spcAft>
      <a:defRPr kumimoji="1" sz="2400" kern="1200">
        <a:solidFill>
          <a:schemeClr val="tx1"/>
        </a:solidFill>
        <a:latin typeface="Times New Roman" pitchFamily="18" charset="0"/>
        <a:ea typeface="宋体" pitchFamily="2" charset="-122"/>
        <a:cs typeface="+mn-cs"/>
      </a:defRPr>
    </a:lvl1pPr>
    <a:lvl2pPr marL="457200" algn="l" rtl="0" fontAlgn="base">
      <a:spcBef>
        <a:spcPct val="0"/>
      </a:spcBef>
      <a:spcAft>
        <a:spcPct val="0"/>
      </a:spcAft>
      <a:defRPr kumimoji="1" sz="2400" kern="1200">
        <a:solidFill>
          <a:schemeClr val="tx1"/>
        </a:solidFill>
        <a:latin typeface="Times New Roman" pitchFamily="18" charset="0"/>
        <a:ea typeface="宋体" pitchFamily="2" charset="-122"/>
        <a:cs typeface="+mn-cs"/>
      </a:defRPr>
    </a:lvl2pPr>
    <a:lvl3pPr marL="914400" algn="l" rtl="0" fontAlgn="base">
      <a:spcBef>
        <a:spcPct val="0"/>
      </a:spcBef>
      <a:spcAft>
        <a:spcPct val="0"/>
      </a:spcAft>
      <a:defRPr kumimoji="1" sz="2400" kern="1200">
        <a:solidFill>
          <a:schemeClr val="tx1"/>
        </a:solidFill>
        <a:latin typeface="Times New Roman" pitchFamily="18" charset="0"/>
        <a:ea typeface="宋体" pitchFamily="2" charset="-122"/>
        <a:cs typeface="+mn-cs"/>
      </a:defRPr>
    </a:lvl3pPr>
    <a:lvl4pPr marL="1371600" algn="l" rtl="0" fontAlgn="base">
      <a:spcBef>
        <a:spcPct val="0"/>
      </a:spcBef>
      <a:spcAft>
        <a:spcPct val="0"/>
      </a:spcAft>
      <a:defRPr kumimoji="1" sz="2400" kern="1200">
        <a:solidFill>
          <a:schemeClr val="tx1"/>
        </a:solidFill>
        <a:latin typeface="Times New Roman" pitchFamily="18" charset="0"/>
        <a:ea typeface="宋体" pitchFamily="2" charset="-122"/>
        <a:cs typeface="+mn-cs"/>
      </a:defRPr>
    </a:lvl4pPr>
    <a:lvl5pPr marL="1828800" algn="l" rtl="0" fontAlgn="base">
      <a:spcBef>
        <a:spcPct val="0"/>
      </a:spcBef>
      <a:spcAft>
        <a:spcPct val="0"/>
      </a:spcAft>
      <a:defRPr kumimoji="1" sz="2400" kern="1200">
        <a:solidFill>
          <a:schemeClr val="tx1"/>
        </a:solidFill>
        <a:latin typeface="Times New Roman" pitchFamily="18" charset="0"/>
        <a:ea typeface="宋体" pitchFamily="2" charset="-122"/>
        <a:cs typeface="+mn-cs"/>
      </a:defRPr>
    </a:lvl5pPr>
    <a:lvl6pPr marL="2286000" algn="l" defTabSz="914400" rtl="0" eaLnBrk="1" latinLnBrk="0" hangingPunct="1">
      <a:defRPr kumimoji="1" sz="2400" kern="1200">
        <a:solidFill>
          <a:schemeClr val="tx1"/>
        </a:solidFill>
        <a:latin typeface="Times New Roman" pitchFamily="18" charset="0"/>
        <a:ea typeface="宋体" pitchFamily="2" charset="-122"/>
        <a:cs typeface="+mn-cs"/>
      </a:defRPr>
    </a:lvl6pPr>
    <a:lvl7pPr marL="2743200" algn="l" defTabSz="914400" rtl="0" eaLnBrk="1" latinLnBrk="0" hangingPunct="1">
      <a:defRPr kumimoji="1" sz="2400" kern="1200">
        <a:solidFill>
          <a:schemeClr val="tx1"/>
        </a:solidFill>
        <a:latin typeface="Times New Roman" pitchFamily="18" charset="0"/>
        <a:ea typeface="宋体" pitchFamily="2" charset="-122"/>
        <a:cs typeface="+mn-cs"/>
      </a:defRPr>
    </a:lvl7pPr>
    <a:lvl8pPr marL="3200400" algn="l" defTabSz="914400" rtl="0" eaLnBrk="1" latinLnBrk="0" hangingPunct="1">
      <a:defRPr kumimoji="1" sz="2400" kern="1200">
        <a:solidFill>
          <a:schemeClr val="tx1"/>
        </a:solidFill>
        <a:latin typeface="Times New Roman" pitchFamily="18" charset="0"/>
        <a:ea typeface="宋体" pitchFamily="2" charset="-122"/>
        <a:cs typeface="+mn-cs"/>
      </a:defRPr>
    </a:lvl8pPr>
    <a:lvl9pPr marL="3657600" algn="l" defTabSz="914400" rtl="0" eaLnBrk="1" latinLnBrk="0" hangingPunct="1">
      <a:defRPr kumimoji="1" sz="2400" kern="1200">
        <a:solidFill>
          <a:schemeClr val="tx1"/>
        </a:solidFill>
        <a:latin typeface="Times New Roman" pitchFamily="18" charset="0"/>
        <a:ea typeface="宋体" pitchFamily="2" charset="-122"/>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browse/>
    <p:sldAll/>
    <p:penClr>
      <a:srgbClr val="FF0000"/>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A0000"/>
    <a:srgbClr val="000101"/>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3972" autoAdjust="0"/>
    <p:restoredTop sz="90929"/>
  </p:normalViewPr>
  <p:slideViewPr>
    <p:cSldViewPr>
      <p:cViewPr>
        <p:scale>
          <a:sx n="60" d="100"/>
          <a:sy n="60" d="100"/>
        </p:scale>
        <p:origin x="-306" y="-72"/>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viewProps" Target="viewProps.xml"/><Relationship Id="rId5" Type="http://schemas.openxmlformats.org/officeDocument/2006/relationships/presProps" Target="presProps.xml"/><Relationship Id="rId4" Type="http://schemas.openxmlformats.org/officeDocument/2006/relationships/slide" Target="slides/slide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2130425"/>
            <a:ext cx="7772400" cy="1470025"/>
          </a:xfrm>
        </p:spPr>
        <p:txBody>
          <a:bodyPr/>
          <a:lstStyle/>
          <a:p>
            <a:r>
              <a:rPr lang="zh-CN" altLang="en-US" smtClean="0"/>
              <a:t>单击此处编辑母版标题样式</a:t>
            </a:r>
            <a:endParaRPr lang="zh-CN" altLang="en-US"/>
          </a:p>
        </p:txBody>
      </p:sp>
      <p:sp>
        <p:nvSpPr>
          <p:cNvPr id="3" name="副标题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zh-CN" altLang="en-US" smtClean="0"/>
              <a:t>单击此处编辑母版副标题样式</a:t>
            </a:r>
            <a:endParaRPr lang="zh-CN" altLang="en-US"/>
          </a:p>
        </p:txBody>
      </p:sp>
      <p:sp>
        <p:nvSpPr>
          <p:cNvPr id="4" name="日期占位符 3"/>
          <p:cNvSpPr>
            <a:spLocks noGrp="1"/>
          </p:cNvSpPr>
          <p:nvPr>
            <p:ph type="dt" sz="half" idx="10"/>
          </p:nvPr>
        </p:nvSpPr>
        <p:spPr/>
        <p:txBody>
          <a:bodyPr/>
          <a:lstStyle>
            <a:lvl1pPr>
              <a:defRPr/>
            </a:lvl1pPr>
          </a:lstStyle>
          <a:p>
            <a:endParaRPr lang="en-US" altLang="zh-CN"/>
          </a:p>
        </p:txBody>
      </p:sp>
      <p:sp>
        <p:nvSpPr>
          <p:cNvPr id="5" name="页脚占位符 4"/>
          <p:cNvSpPr>
            <a:spLocks noGrp="1"/>
          </p:cNvSpPr>
          <p:nvPr>
            <p:ph type="ftr" sz="quarter" idx="11"/>
          </p:nvPr>
        </p:nvSpPr>
        <p:spPr/>
        <p:txBody>
          <a:bodyPr/>
          <a:lstStyle>
            <a:lvl1pPr>
              <a:defRPr/>
            </a:lvl1pPr>
          </a:lstStyle>
          <a:p>
            <a:endParaRPr lang="en-US" altLang="zh-CN"/>
          </a:p>
        </p:txBody>
      </p:sp>
      <p:sp>
        <p:nvSpPr>
          <p:cNvPr id="6" name="灯片编号占位符 5"/>
          <p:cNvSpPr>
            <a:spLocks noGrp="1"/>
          </p:cNvSpPr>
          <p:nvPr>
            <p:ph type="sldNum" sz="quarter" idx="12"/>
          </p:nvPr>
        </p:nvSpPr>
        <p:spPr/>
        <p:txBody>
          <a:bodyPr/>
          <a:lstStyle>
            <a:lvl1pPr>
              <a:defRPr/>
            </a:lvl1pPr>
          </a:lstStyle>
          <a:p>
            <a:fld id="{566375B3-FB1D-4779-BCFD-FB1046013C1D}" type="slidenum">
              <a:rPr lang="en-US" altLang="zh-CN"/>
              <a:pPr/>
              <a:t>‹#›</a:t>
            </a:fld>
            <a:endParaRPr lang="en-US" altLang="zh-CN"/>
          </a:p>
        </p:txBody>
      </p:sp>
    </p:spTree>
    <p:extLst>
      <p:ext uri="{BB962C8B-B14F-4D97-AF65-F5344CB8AC3E}">
        <p14:creationId xmlns:p14="http://schemas.microsoft.com/office/powerpoint/2010/main" val="656497367"/>
      </p:ext>
    </p:extLst>
  </p:cSld>
  <p:clrMapOvr>
    <a:masterClrMapping/>
  </p:clrMapOvr>
  <p:transition spd="slow">
    <p:pull/>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idx="1"/>
          </p:nvPr>
        </p:nvSpPr>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10"/>
          </p:nvPr>
        </p:nvSpPr>
        <p:spPr/>
        <p:txBody>
          <a:bodyPr/>
          <a:lstStyle>
            <a:lvl1pPr>
              <a:defRPr/>
            </a:lvl1pPr>
          </a:lstStyle>
          <a:p>
            <a:endParaRPr lang="en-US" altLang="zh-CN"/>
          </a:p>
        </p:txBody>
      </p:sp>
      <p:sp>
        <p:nvSpPr>
          <p:cNvPr id="5" name="页脚占位符 4"/>
          <p:cNvSpPr>
            <a:spLocks noGrp="1"/>
          </p:cNvSpPr>
          <p:nvPr>
            <p:ph type="ftr" sz="quarter" idx="11"/>
          </p:nvPr>
        </p:nvSpPr>
        <p:spPr/>
        <p:txBody>
          <a:bodyPr/>
          <a:lstStyle>
            <a:lvl1pPr>
              <a:defRPr/>
            </a:lvl1pPr>
          </a:lstStyle>
          <a:p>
            <a:endParaRPr lang="en-US" altLang="zh-CN"/>
          </a:p>
        </p:txBody>
      </p:sp>
      <p:sp>
        <p:nvSpPr>
          <p:cNvPr id="6" name="灯片编号占位符 5"/>
          <p:cNvSpPr>
            <a:spLocks noGrp="1"/>
          </p:cNvSpPr>
          <p:nvPr>
            <p:ph type="sldNum" sz="quarter" idx="12"/>
          </p:nvPr>
        </p:nvSpPr>
        <p:spPr/>
        <p:txBody>
          <a:bodyPr/>
          <a:lstStyle>
            <a:lvl1pPr>
              <a:defRPr/>
            </a:lvl1pPr>
          </a:lstStyle>
          <a:p>
            <a:fld id="{E068B49F-D0FD-4D65-BA30-B7C4996E5718}" type="slidenum">
              <a:rPr lang="en-US" altLang="zh-CN"/>
              <a:pPr/>
              <a:t>‹#›</a:t>
            </a:fld>
            <a:endParaRPr lang="en-US" altLang="zh-CN"/>
          </a:p>
        </p:txBody>
      </p:sp>
    </p:spTree>
    <p:extLst>
      <p:ext uri="{BB962C8B-B14F-4D97-AF65-F5344CB8AC3E}">
        <p14:creationId xmlns:p14="http://schemas.microsoft.com/office/powerpoint/2010/main" val="1735437994"/>
      </p:ext>
    </p:extLst>
  </p:cSld>
  <p:clrMapOvr>
    <a:masterClrMapping/>
  </p:clrMapOvr>
  <p:transition spd="slow">
    <p:pull/>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smtClean="0"/>
              <a:t>单击此处编辑母版文本样式</a:t>
            </a:r>
          </a:p>
        </p:txBody>
      </p:sp>
      <p:sp>
        <p:nvSpPr>
          <p:cNvPr id="4" name="日期占位符 3"/>
          <p:cNvSpPr>
            <a:spLocks noGrp="1"/>
          </p:cNvSpPr>
          <p:nvPr>
            <p:ph type="dt" sz="half" idx="10"/>
          </p:nvPr>
        </p:nvSpPr>
        <p:spPr/>
        <p:txBody>
          <a:bodyPr/>
          <a:lstStyle>
            <a:lvl1pPr>
              <a:defRPr/>
            </a:lvl1pPr>
          </a:lstStyle>
          <a:p>
            <a:endParaRPr lang="en-US" altLang="zh-CN"/>
          </a:p>
        </p:txBody>
      </p:sp>
      <p:sp>
        <p:nvSpPr>
          <p:cNvPr id="5" name="页脚占位符 4"/>
          <p:cNvSpPr>
            <a:spLocks noGrp="1"/>
          </p:cNvSpPr>
          <p:nvPr>
            <p:ph type="ftr" sz="quarter" idx="11"/>
          </p:nvPr>
        </p:nvSpPr>
        <p:spPr/>
        <p:txBody>
          <a:bodyPr/>
          <a:lstStyle>
            <a:lvl1pPr>
              <a:defRPr/>
            </a:lvl1pPr>
          </a:lstStyle>
          <a:p>
            <a:endParaRPr lang="en-US" altLang="zh-CN"/>
          </a:p>
        </p:txBody>
      </p:sp>
      <p:sp>
        <p:nvSpPr>
          <p:cNvPr id="6" name="灯片编号占位符 5"/>
          <p:cNvSpPr>
            <a:spLocks noGrp="1"/>
          </p:cNvSpPr>
          <p:nvPr>
            <p:ph type="sldNum" sz="quarter" idx="12"/>
          </p:nvPr>
        </p:nvSpPr>
        <p:spPr/>
        <p:txBody>
          <a:bodyPr/>
          <a:lstStyle>
            <a:lvl1pPr>
              <a:defRPr/>
            </a:lvl1pPr>
          </a:lstStyle>
          <a:p>
            <a:fld id="{CBFFA968-AF8A-45FB-8A6B-5DE00ADDC57C}" type="slidenum">
              <a:rPr lang="en-US" altLang="zh-CN"/>
              <a:pPr/>
              <a:t>‹#›</a:t>
            </a:fld>
            <a:endParaRPr lang="en-US" altLang="zh-CN"/>
          </a:p>
        </p:txBody>
      </p:sp>
    </p:spTree>
    <p:extLst>
      <p:ext uri="{BB962C8B-B14F-4D97-AF65-F5344CB8AC3E}">
        <p14:creationId xmlns:p14="http://schemas.microsoft.com/office/powerpoint/2010/main" val="3066153238"/>
      </p:ext>
    </p:extLst>
  </p:cSld>
  <p:clrMapOvr>
    <a:masterClrMapping/>
  </p:clrMapOvr>
  <p:transition spd="slow">
    <p:pull/>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sz="half" idx="1"/>
          </p:nvPr>
        </p:nvSpPr>
        <p:spPr>
          <a:xfrm>
            <a:off x="685800" y="1981200"/>
            <a:ext cx="38100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内容占位符 3"/>
          <p:cNvSpPr>
            <a:spLocks noGrp="1"/>
          </p:cNvSpPr>
          <p:nvPr>
            <p:ph sz="half" idx="2"/>
          </p:nvPr>
        </p:nvSpPr>
        <p:spPr>
          <a:xfrm>
            <a:off x="4648200" y="1981200"/>
            <a:ext cx="38100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日期占位符 4"/>
          <p:cNvSpPr>
            <a:spLocks noGrp="1"/>
          </p:cNvSpPr>
          <p:nvPr>
            <p:ph type="dt" sz="half" idx="10"/>
          </p:nvPr>
        </p:nvSpPr>
        <p:spPr/>
        <p:txBody>
          <a:bodyPr/>
          <a:lstStyle>
            <a:lvl1pPr>
              <a:defRPr/>
            </a:lvl1pPr>
          </a:lstStyle>
          <a:p>
            <a:endParaRPr lang="en-US" altLang="zh-CN"/>
          </a:p>
        </p:txBody>
      </p:sp>
      <p:sp>
        <p:nvSpPr>
          <p:cNvPr id="6" name="页脚占位符 5"/>
          <p:cNvSpPr>
            <a:spLocks noGrp="1"/>
          </p:cNvSpPr>
          <p:nvPr>
            <p:ph type="ftr" sz="quarter" idx="11"/>
          </p:nvPr>
        </p:nvSpPr>
        <p:spPr/>
        <p:txBody>
          <a:bodyPr/>
          <a:lstStyle>
            <a:lvl1pPr>
              <a:defRPr/>
            </a:lvl1pPr>
          </a:lstStyle>
          <a:p>
            <a:endParaRPr lang="en-US" altLang="zh-CN"/>
          </a:p>
        </p:txBody>
      </p:sp>
      <p:sp>
        <p:nvSpPr>
          <p:cNvPr id="7" name="灯片编号占位符 6"/>
          <p:cNvSpPr>
            <a:spLocks noGrp="1"/>
          </p:cNvSpPr>
          <p:nvPr>
            <p:ph type="sldNum" sz="quarter" idx="12"/>
          </p:nvPr>
        </p:nvSpPr>
        <p:spPr/>
        <p:txBody>
          <a:bodyPr/>
          <a:lstStyle>
            <a:lvl1pPr>
              <a:defRPr/>
            </a:lvl1pPr>
          </a:lstStyle>
          <a:p>
            <a:fld id="{8B78AFF9-587E-4E7F-9A32-A80C63460518}" type="slidenum">
              <a:rPr lang="en-US" altLang="zh-CN"/>
              <a:pPr/>
              <a:t>‹#›</a:t>
            </a:fld>
            <a:endParaRPr lang="en-US" altLang="zh-CN"/>
          </a:p>
        </p:txBody>
      </p:sp>
    </p:spTree>
    <p:extLst>
      <p:ext uri="{BB962C8B-B14F-4D97-AF65-F5344CB8AC3E}">
        <p14:creationId xmlns:p14="http://schemas.microsoft.com/office/powerpoint/2010/main" val="1149804060"/>
      </p:ext>
    </p:extLst>
  </p:cSld>
  <p:clrMapOvr>
    <a:masterClrMapping/>
  </p:clrMapOvr>
  <p:transition spd="slow">
    <p:pull/>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p:spPr>
        <p:txBody>
          <a:bodyPr/>
          <a:lstStyle>
            <a:lvl1pPr>
              <a:defRPr/>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7" name="日期占位符 6"/>
          <p:cNvSpPr>
            <a:spLocks noGrp="1"/>
          </p:cNvSpPr>
          <p:nvPr>
            <p:ph type="dt" sz="half" idx="10"/>
          </p:nvPr>
        </p:nvSpPr>
        <p:spPr/>
        <p:txBody>
          <a:bodyPr/>
          <a:lstStyle>
            <a:lvl1pPr>
              <a:defRPr/>
            </a:lvl1pPr>
          </a:lstStyle>
          <a:p>
            <a:endParaRPr lang="en-US" altLang="zh-CN"/>
          </a:p>
        </p:txBody>
      </p:sp>
      <p:sp>
        <p:nvSpPr>
          <p:cNvPr id="8" name="页脚占位符 7"/>
          <p:cNvSpPr>
            <a:spLocks noGrp="1"/>
          </p:cNvSpPr>
          <p:nvPr>
            <p:ph type="ftr" sz="quarter" idx="11"/>
          </p:nvPr>
        </p:nvSpPr>
        <p:spPr/>
        <p:txBody>
          <a:bodyPr/>
          <a:lstStyle>
            <a:lvl1pPr>
              <a:defRPr/>
            </a:lvl1pPr>
          </a:lstStyle>
          <a:p>
            <a:endParaRPr lang="en-US" altLang="zh-CN"/>
          </a:p>
        </p:txBody>
      </p:sp>
      <p:sp>
        <p:nvSpPr>
          <p:cNvPr id="9" name="灯片编号占位符 8"/>
          <p:cNvSpPr>
            <a:spLocks noGrp="1"/>
          </p:cNvSpPr>
          <p:nvPr>
            <p:ph type="sldNum" sz="quarter" idx="12"/>
          </p:nvPr>
        </p:nvSpPr>
        <p:spPr/>
        <p:txBody>
          <a:bodyPr/>
          <a:lstStyle>
            <a:lvl1pPr>
              <a:defRPr/>
            </a:lvl1pPr>
          </a:lstStyle>
          <a:p>
            <a:fld id="{C4602739-E55F-4D2E-8BEB-A4A2C906A233}" type="slidenum">
              <a:rPr lang="en-US" altLang="zh-CN"/>
              <a:pPr/>
              <a:t>‹#›</a:t>
            </a:fld>
            <a:endParaRPr lang="en-US" altLang="zh-CN"/>
          </a:p>
        </p:txBody>
      </p:sp>
    </p:spTree>
    <p:extLst>
      <p:ext uri="{BB962C8B-B14F-4D97-AF65-F5344CB8AC3E}">
        <p14:creationId xmlns:p14="http://schemas.microsoft.com/office/powerpoint/2010/main" val="2247652385"/>
      </p:ext>
    </p:extLst>
  </p:cSld>
  <p:clrMapOvr>
    <a:masterClrMapping/>
  </p:clrMapOvr>
  <p:transition spd="slow">
    <p:pull/>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日期占位符 2"/>
          <p:cNvSpPr>
            <a:spLocks noGrp="1"/>
          </p:cNvSpPr>
          <p:nvPr>
            <p:ph type="dt" sz="half" idx="10"/>
          </p:nvPr>
        </p:nvSpPr>
        <p:spPr/>
        <p:txBody>
          <a:bodyPr/>
          <a:lstStyle>
            <a:lvl1pPr>
              <a:defRPr/>
            </a:lvl1pPr>
          </a:lstStyle>
          <a:p>
            <a:endParaRPr lang="en-US" altLang="zh-CN"/>
          </a:p>
        </p:txBody>
      </p:sp>
      <p:sp>
        <p:nvSpPr>
          <p:cNvPr id="4" name="页脚占位符 3"/>
          <p:cNvSpPr>
            <a:spLocks noGrp="1"/>
          </p:cNvSpPr>
          <p:nvPr>
            <p:ph type="ftr" sz="quarter" idx="11"/>
          </p:nvPr>
        </p:nvSpPr>
        <p:spPr/>
        <p:txBody>
          <a:bodyPr/>
          <a:lstStyle>
            <a:lvl1pPr>
              <a:defRPr/>
            </a:lvl1pPr>
          </a:lstStyle>
          <a:p>
            <a:endParaRPr lang="en-US" altLang="zh-CN"/>
          </a:p>
        </p:txBody>
      </p:sp>
      <p:sp>
        <p:nvSpPr>
          <p:cNvPr id="5" name="灯片编号占位符 4"/>
          <p:cNvSpPr>
            <a:spLocks noGrp="1"/>
          </p:cNvSpPr>
          <p:nvPr>
            <p:ph type="sldNum" sz="quarter" idx="12"/>
          </p:nvPr>
        </p:nvSpPr>
        <p:spPr/>
        <p:txBody>
          <a:bodyPr/>
          <a:lstStyle>
            <a:lvl1pPr>
              <a:defRPr/>
            </a:lvl1pPr>
          </a:lstStyle>
          <a:p>
            <a:fld id="{F863FDC6-C444-4F98-85B8-B9ECF052A36F}" type="slidenum">
              <a:rPr lang="en-US" altLang="zh-CN"/>
              <a:pPr/>
              <a:t>‹#›</a:t>
            </a:fld>
            <a:endParaRPr lang="en-US" altLang="zh-CN"/>
          </a:p>
        </p:txBody>
      </p:sp>
    </p:spTree>
    <p:extLst>
      <p:ext uri="{BB962C8B-B14F-4D97-AF65-F5344CB8AC3E}">
        <p14:creationId xmlns:p14="http://schemas.microsoft.com/office/powerpoint/2010/main" val="3436476933"/>
      </p:ext>
    </p:extLst>
  </p:cSld>
  <p:clrMapOvr>
    <a:masterClrMapping/>
  </p:clrMapOvr>
  <p:transition spd="slow">
    <p:pull/>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lvl1pPr>
              <a:defRPr/>
            </a:lvl1pPr>
          </a:lstStyle>
          <a:p>
            <a:endParaRPr lang="en-US" altLang="zh-CN"/>
          </a:p>
        </p:txBody>
      </p:sp>
      <p:sp>
        <p:nvSpPr>
          <p:cNvPr id="3" name="页脚占位符 2"/>
          <p:cNvSpPr>
            <a:spLocks noGrp="1"/>
          </p:cNvSpPr>
          <p:nvPr>
            <p:ph type="ftr" sz="quarter" idx="11"/>
          </p:nvPr>
        </p:nvSpPr>
        <p:spPr/>
        <p:txBody>
          <a:bodyPr/>
          <a:lstStyle>
            <a:lvl1pPr>
              <a:defRPr/>
            </a:lvl1pPr>
          </a:lstStyle>
          <a:p>
            <a:endParaRPr lang="en-US" altLang="zh-CN"/>
          </a:p>
        </p:txBody>
      </p:sp>
      <p:sp>
        <p:nvSpPr>
          <p:cNvPr id="4" name="灯片编号占位符 3"/>
          <p:cNvSpPr>
            <a:spLocks noGrp="1"/>
          </p:cNvSpPr>
          <p:nvPr>
            <p:ph type="sldNum" sz="quarter" idx="12"/>
          </p:nvPr>
        </p:nvSpPr>
        <p:spPr/>
        <p:txBody>
          <a:bodyPr/>
          <a:lstStyle>
            <a:lvl1pPr>
              <a:defRPr/>
            </a:lvl1pPr>
          </a:lstStyle>
          <a:p>
            <a:fld id="{2EF6ECDC-0A86-4A8E-821B-D7CD9173A485}" type="slidenum">
              <a:rPr lang="en-US" altLang="zh-CN"/>
              <a:pPr/>
              <a:t>‹#›</a:t>
            </a:fld>
            <a:endParaRPr lang="en-US" altLang="zh-CN"/>
          </a:p>
        </p:txBody>
      </p:sp>
    </p:spTree>
    <p:extLst>
      <p:ext uri="{BB962C8B-B14F-4D97-AF65-F5344CB8AC3E}">
        <p14:creationId xmlns:p14="http://schemas.microsoft.com/office/powerpoint/2010/main" val="1882615105"/>
      </p:ext>
    </p:extLst>
  </p:cSld>
  <p:clrMapOvr>
    <a:masterClrMapping/>
  </p:clrMapOvr>
  <p:transition spd="slow">
    <p:pull/>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nchor="b"/>
          <a:lstStyle>
            <a:lvl1pPr algn="l">
              <a:defRPr sz="2000" b="1"/>
            </a:lvl1pPr>
          </a:lstStyle>
          <a:p>
            <a:r>
              <a:rPr lang="zh-CN" altLang="en-US" smtClean="0"/>
              <a:t>单击此处编辑母版标题样式</a:t>
            </a:r>
            <a:endParaRPr lang="zh-CN" altLang="en-US"/>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p>
        </p:txBody>
      </p:sp>
      <p:sp>
        <p:nvSpPr>
          <p:cNvPr id="5" name="日期占位符 4"/>
          <p:cNvSpPr>
            <a:spLocks noGrp="1"/>
          </p:cNvSpPr>
          <p:nvPr>
            <p:ph type="dt" sz="half" idx="10"/>
          </p:nvPr>
        </p:nvSpPr>
        <p:spPr/>
        <p:txBody>
          <a:bodyPr/>
          <a:lstStyle>
            <a:lvl1pPr>
              <a:defRPr/>
            </a:lvl1pPr>
          </a:lstStyle>
          <a:p>
            <a:endParaRPr lang="en-US" altLang="zh-CN"/>
          </a:p>
        </p:txBody>
      </p:sp>
      <p:sp>
        <p:nvSpPr>
          <p:cNvPr id="6" name="页脚占位符 5"/>
          <p:cNvSpPr>
            <a:spLocks noGrp="1"/>
          </p:cNvSpPr>
          <p:nvPr>
            <p:ph type="ftr" sz="quarter" idx="11"/>
          </p:nvPr>
        </p:nvSpPr>
        <p:spPr/>
        <p:txBody>
          <a:bodyPr/>
          <a:lstStyle>
            <a:lvl1pPr>
              <a:defRPr/>
            </a:lvl1pPr>
          </a:lstStyle>
          <a:p>
            <a:endParaRPr lang="en-US" altLang="zh-CN"/>
          </a:p>
        </p:txBody>
      </p:sp>
      <p:sp>
        <p:nvSpPr>
          <p:cNvPr id="7" name="灯片编号占位符 6"/>
          <p:cNvSpPr>
            <a:spLocks noGrp="1"/>
          </p:cNvSpPr>
          <p:nvPr>
            <p:ph type="sldNum" sz="quarter" idx="12"/>
          </p:nvPr>
        </p:nvSpPr>
        <p:spPr/>
        <p:txBody>
          <a:bodyPr/>
          <a:lstStyle>
            <a:lvl1pPr>
              <a:defRPr/>
            </a:lvl1pPr>
          </a:lstStyle>
          <a:p>
            <a:fld id="{769641CE-7F49-4972-BBF7-C5EDC9184075}" type="slidenum">
              <a:rPr lang="en-US" altLang="zh-CN"/>
              <a:pPr/>
              <a:t>‹#›</a:t>
            </a:fld>
            <a:endParaRPr lang="en-US" altLang="zh-CN"/>
          </a:p>
        </p:txBody>
      </p:sp>
    </p:spTree>
    <p:extLst>
      <p:ext uri="{BB962C8B-B14F-4D97-AF65-F5344CB8AC3E}">
        <p14:creationId xmlns:p14="http://schemas.microsoft.com/office/powerpoint/2010/main" val="3155022333"/>
      </p:ext>
    </p:extLst>
  </p:cSld>
  <p:clrMapOvr>
    <a:masterClrMapping/>
  </p:clrMapOvr>
  <p:transition spd="slow">
    <p:pull/>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nchor="b"/>
          <a:lstStyle>
            <a:lvl1pPr algn="l">
              <a:defRPr sz="2000" b="1"/>
            </a:lvl1pPr>
          </a:lstStyle>
          <a:p>
            <a:r>
              <a:rPr lang="zh-CN" altLang="en-US" smtClean="0"/>
              <a:t>单击此处编辑母版标题样式</a:t>
            </a:r>
            <a:endParaRPr lang="zh-CN" altLang="en-US"/>
          </a:p>
        </p:txBody>
      </p:sp>
      <p:sp>
        <p:nvSpPr>
          <p:cNvPr id="3" name="图片占位符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p>
        </p:txBody>
      </p:sp>
      <p:sp>
        <p:nvSpPr>
          <p:cNvPr id="5" name="日期占位符 4"/>
          <p:cNvSpPr>
            <a:spLocks noGrp="1"/>
          </p:cNvSpPr>
          <p:nvPr>
            <p:ph type="dt" sz="half" idx="10"/>
          </p:nvPr>
        </p:nvSpPr>
        <p:spPr/>
        <p:txBody>
          <a:bodyPr/>
          <a:lstStyle>
            <a:lvl1pPr>
              <a:defRPr/>
            </a:lvl1pPr>
          </a:lstStyle>
          <a:p>
            <a:endParaRPr lang="en-US" altLang="zh-CN"/>
          </a:p>
        </p:txBody>
      </p:sp>
      <p:sp>
        <p:nvSpPr>
          <p:cNvPr id="6" name="页脚占位符 5"/>
          <p:cNvSpPr>
            <a:spLocks noGrp="1"/>
          </p:cNvSpPr>
          <p:nvPr>
            <p:ph type="ftr" sz="quarter" idx="11"/>
          </p:nvPr>
        </p:nvSpPr>
        <p:spPr/>
        <p:txBody>
          <a:bodyPr/>
          <a:lstStyle>
            <a:lvl1pPr>
              <a:defRPr/>
            </a:lvl1pPr>
          </a:lstStyle>
          <a:p>
            <a:endParaRPr lang="en-US" altLang="zh-CN"/>
          </a:p>
        </p:txBody>
      </p:sp>
      <p:sp>
        <p:nvSpPr>
          <p:cNvPr id="7" name="灯片编号占位符 6"/>
          <p:cNvSpPr>
            <a:spLocks noGrp="1"/>
          </p:cNvSpPr>
          <p:nvPr>
            <p:ph type="sldNum" sz="quarter" idx="12"/>
          </p:nvPr>
        </p:nvSpPr>
        <p:spPr/>
        <p:txBody>
          <a:bodyPr/>
          <a:lstStyle>
            <a:lvl1pPr>
              <a:defRPr/>
            </a:lvl1pPr>
          </a:lstStyle>
          <a:p>
            <a:fld id="{71BAE88C-5A30-44E9-B994-E51668E12735}" type="slidenum">
              <a:rPr lang="en-US" altLang="zh-CN"/>
              <a:pPr/>
              <a:t>‹#›</a:t>
            </a:fld>
            <a:endParaRPr lang="en-US" altLang="zh-CN"/>
          </a:p>
        </p:txBody>
      </p:sp>
    </p:spTree>
    <p:extLst>
      <p:ext uri="{BB962C8B-B14F-4D97-AF65-F5344CB8AC3E}">
        <p14:creationId xmlns:p14="http://schemas.microsoft.com/office/powerpoint/2010/main" val="908197911"/>
      </p:ext>
    </p:extLst>
  </p:cSld>
  <p:clrMapOvr>
    <a:masterClrMapping/>
  </p:clrMapOvr>
  <p:transition spd="slow">
    <p:pull/>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10"/>
          </p:nvPr>
        </p:nvSpPr>
        <p:spPr/>
        <p:txBody>
          <a:bodyPr/>
          <a:lstStyle>
            <a:lvl1pPr>
              <a:defRPr/>
            </a:lvl1pPr>
          </a:lstStyle>
          <a:p>
            <a:endParaRPr lang="en-US" altLang="zh-CN"/>
          </a:p>
        </p:txBody>
      </p:sp>
      <p:sp>
        <p:nvSpPr>
          <p:cNvPr id="5" name="页脚占位符 4"/>
          <p:cNvSpPr>
            <a:spLocks noGrp="1"/>
          </p:cNvSpPr>
          <p:nvPr>
            <p:ph type="ftr" sz="quarter" idx="11"/>
          </p:nvPr>
        </p:nvSpPr>
        <p:spPr/>
        <p:txBody>
          <a:bodyPr/>
          <a:lstStyle>
            <a:lvl1pPr>
              <a:defRPr/>
            </a:lvl1pPr>
          </a:lstStyle>
          <a:p>
            <a:endParaRPr lang="en-US" altLang="zh-CN"/>
          </a:p>
        </p:txBody>
      </p:sp>
      <p:sp>
        <p:nvSpPr>
          <p:cNvPr id="6" name="灯片编号占位符 5"/>
          <p:cNvSpPr>
            <a:spLocks noGrp="1"/>
          </p:cNvSpPr>
          <p:nvPr>
            <p:ph type="sldNum" sz="quarter" idx="12"/>
          </p:nvPr>
        </p:nvSpPr>
        <p:spPr/>
        <p:txBody>
          <a:bodyPr/>
          <a:lstStyle>
            <a:lvl1pPr>
              <a:defRPr/>
            </a:lvl1pPr>
          </a:lstStyle>
          <a:p>
            <a:fld id="{C46A9B4A-DC6B-4C47-A28E-7358283C4F40}" type="slidenum">
              <a:rPr lang="en-US" altLang="zh-CN"/>
              <a:pPr/>
              <a:t>‹#›</a:t>
            </a:fld>
            <a:endParaRPr lang="en-US" altLang="zh-CN"/>
          </a:p>
        </p:txBody>
      </p:sp>
    </p:spTree>
    <p:extLst>
      <p:ext uri="{BB962C8B-B14F-4D97-AF65-F5344CB8AC3E}">
        <p14:creationId xmlns:p14="http://schemas.microsoft.com/office/powerpoint/2010/main" val="661987235"/>
      </p:ext>
    </p:extLst>
  </p:cSld>
  <p:clrMapOvr>
    <a:masterClrMapping/>
  </p:clrMapOvr>
  <p:transition spd="slow">
    <p:pull/>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515100" y="609600"/>
            <a:ext cx="1943100" cy="5486400"/>
          </a:xfrm>
        </p:spPr>
        <p:txBody>
          <a:bodyPr vert="eaVert"/>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685800" y="609600"/>
            <a:ext cx="5676900" cy="5486400"/>
          </a:xfrm>
        </p:spPr>
        <p:txBody>
          <a:bodyPr vert="eaVert"/>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10"/>
          </p:nvPr>
        </p:nvSpPr>
        <p:spPr/>
        <p:txBody>
          <a:bodyPr/>
          <a:lstStyle>
            <a:lvl1pPr>
              <a:defRPr/>
            </a:lvl1pPr>
          </a:lstStyle>
          <a:p>
            <a:endParaRPr lang="en-US" altLang="zh-CN"/>
          </a:p>
        </p:txBody>
      </p:sp>
      <p:sp>
        <p:nvSpPr>
          <p:cNvPr id="5" name="页脚占位符 4"/>
          <p:cNvSpPr>
            <a:spLocks noGrp="1"/>
          </p:cNvSpPr>
          <p:nvPr>
            <p:ph type="ftr" sz="quarter" idx="11"/>
          </p:nvPr>
        </p:nvSpPr>
        <p:spPr/>
        <p:txBody>
          <a:bodyPr/>
          <a:lstStyle>
            <a:lvl1pPr>
              <a:defRPr/>
            </a:lvl1pPr>
          </a:lstStyle>
          <a:p>
            <a:endParaRPr lang="en-US" altLang="zh-CN"/>
          </a:p>
        </p:txBody>
      </p:sp>
      <p:sp>
        <p:nvSpPr>
          <p:cNvPr id="6" name="灯片编号占位符 5"/>
          <p:cNvSpPr>
            <a:spLocks noGrp="1"/>
          </p:cNvSpPr>
          <p:nvPr>
            <p:ph type="sldNum" sz="quarter" idx="12"/>
          </p:nvPr>
        </p:nvSpPr>
        <p:spPr/>
        <p:txBody>
          <a:bodyPr/>
          <a:lstStyle>
            <a:lvl1pPr>
              <a:defRPr/>
            </a:lvl1pPr>
          </a:lstStyle>
          <a:p>
            <a:fld id="{D606AD93-DCEC-4AC5-8680-43339648B64C}" type="slidenum">
              <a:rPr lang="en-US" altLang="zh-CN"/>
              <a:pPr/>
              <a:t>‹#›</a:t>
            </a:fld>
            <a:endParaRPr lang="en-US" altLang="zh-CN"/>
          </a:p>
        </p:txBody>
      </p:sp>
    </p:spTree>
    <p:extLst>
      <p:ext uri="{BB962C8B-B14F-4D97-AF65-F5344CB8AC3E}">
        <p14:creationId xmlns:p14="http://schemas.microsoft.com/office/powerpoint/2010/main" val="2342126862"/>
      </p:ext>
    </p:extLst>
  </p:cSld>
  <p:clrMapOvr>
    <a:masterClrMapping/>
  </p:clrMapOvr>
  <p:transition spd="slow">
    <p:pull/>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type="txAndClipArt" preserve="1">
  <p:cSld name="标题，文本与剪贴画">
    <p:spTree>
      <p:nvGrpSpPr>
        <p:cNvPr id="1" name=""/>
        <p:cNvGrpSpPr/>
        <p:nvPr/>
      </p:nvGrpSpPr>
      <p:grpSpPr>
        <a:xfrm>
          <a:off x="0" y="0"/>
          <a:ext cx="0" cy="0"/>
          <a:chOff x="0" y="0"/>
          <a:chExt cx="0" cy="0"/>
        </a:xfrm>
      </p:grpSpPr>
      <p:sp>
        <p:nvSpPr>
          <p:cNvPr id="2" name="标题 1"/>
          <p:cNvSpPr>
            <a:spLocks noGrp="1"/>
          </p:cNvSpPr>
          <p:nvPr>
            <p:ph type="title"/>
          </p:nvPr>
        </p:nvSpPr>
        <p:spPr>
          <a:xfrm>
            <a:off x="685800" y="609600"/>
            <a:ext cx="7772400" cy="1143000"/>
          </a:xfrm>
        </p:spPr>
        <p:txBody>
          <a:bodyPr/>
          <a:lstStyle/>
          <a:p>
            <a:r>
              <a:rPr lang="zh-CN" altLang="en-US" smtClean="0"/>
              <a:t>单击此处编辑母版标题样式</a:t>
            </a:r>
            <a:endParaRPr lang="zh-CN" altLang="en-US"/>
          </a:p>
        </p:txBody>
      </p:sp>
      <p:sp>
        <p:nvSpPr>
          <p:cNvPr id="3" name="文本占位符 2"/>
          <p:cNvSpPr>
            <a:spLocks noGrp="1"/>
          </p:cNvSpPr>
          <p:nvPr>
            <p:ph type="body" sz="half" idx="1"/>
          </p:nvPr>
        </p:nvSpPr>
        <p:spPr>
          <a:xfrm>
            <a:off x="685800" y="1981200"/>
            <a:ext cx="3810000" cy="4114800"/>
          </a:xfrm>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剪贴画占位符 3"/>
          <p:cNvSpPr>
            <a:spLocks noGrp="1"/>
          </p:cNvSpPr>
          <p:nvPr>
            <p:ph type="clipArt" sz="half" idx="2"/>
          </p:nvPr>
        </p:nvSpPr>
        <p:spPr>
          <a:xfrm>
            <a:off x="4648200" y="1981200"/>
            <a:ext cx="3810000" cy="4114800"/>
          </a:xfrm>
        </p:spPr>
        <p:txBody>
          <a:bodyPr/>
          <a:lstStyle/>
          <a:p>
            <a:endParaRPr lang="zh-CN" altLang="en-US"/>
          </a:p>
        </p:txBody>
      </p:sp>
      <p:sp>
        <p:nvSpPr>
          <p:cNvPr id="5" name="日期占位符 4"/>
          <p:cNvSpPr>
            <a:spLocks noGrp="1"/>
          </p:cNvSpPr>
          <p:nvPr>
            <p:ph type="dt" sz="half" idx="10"/>
          </p:nvPr>
        </p:nvSpPr>
        <p:spPr>
          <a:xfrm>
            <a:off x="685800" y="6248400"/>
            <a:ext cx="1905000" cy="457200"/>
          </a:xfrm>
        </p:spPr>
        <p:txBody>
          <a:bodyPr/>
          <a:lstStyle>
            <a:lvl1pPr>
              <a:defRPr/>
            </a:lvl1pPr>
          </a:lstStyle>
          <a:p>
            <a:endParaRPr lang="en-US" altLang="zh-CN"/>
          </a:p>
        </p:txBody>
      </p:sp>
      <p:sp>
        <p:nvSpPr>
          <p:cNvPr id="6" name="页脚占位符 5"/>
          <p:cNvSpPr>
            <a:spLocks noGrp="1"/>
          </p:cNvSpPr>
          <p:nvPr>
            <p:ph type="ftr" sz="quarter" idx="11"/>
          </p:nvPr>
        </p:nvSpPr>
        <p:spPr>
          <a:xfrm>
            <a:off x="3124200" y="6248400"/>
            <a:ext cx="2895600" cy="457200"/>
          </a:xfrm>
        </p:spPr>
        <p:txBody>
          <a:bodyPr/>
          <a:lstStyle>
            <a:lvl1pPr>
              <a:defRPr/>
            </a:lvl1pPr>
          </a:lstStyle>
          <a:p>
            <a:endParaRPr lang="en-US" altLang="zh-CN"/>
          </a:p>
        </p:txBody>
      </p:sp>
      <p:sp>
        <p:nvSpPr>
          <p:cNvPr id="7" name="灯片编号占位符 6"/>
          <p:cNvSpPr>
            <a:spLocks noGrp="1"/>
          </p:cNvSpPr>
          <p:nvPr>
            <p:ph type="sldNum" sz="quarter" idx="12"/>
          </p:nvPr>
        </p:nvSpPr>
        <p:spPr>
          <a:xfrm>
            <a:off x="6553200" y="6248400"/>
            <a:ext cx="1905000" cy="457200"/>
          </a:xfrm>
        </p:spPr>
        <p:txBody>
          <a:bodyPr/>
          <a:lstStyle>
            <a:lvl1pPr>
              <a:defRPr/>
            </a:lvl1pPr>
          </a:lstStyle>
          <a:p>
            <a:fld id="{EC8C296C-9788-4265-A156-8C0A2504866B}" type="slidenum">
              <a:rPr lang="en-US" altLang="zh-CN"/>
              <a:pPr/>
              <a:t>‹#›</a:t>
            </a:fld>
            <a:endParaRPr lang="en-US" altLang="zh-CN"/>
          </a:p>
        </p:txBody>
      </p:sp>
    </p:spTree>
    <p:extLst>
      <p:ext uri="{BB962C8B-B14F-4D97-AF65-F5344CB8AC3E}">
        <p14:creationId xmlns:p14="http://schemas.microsoft.com/office/powerpoint/2010/main" val="247510785"/>
      </p:ext>
    </p:extLst>
  </p:cSld>
  <p:clrMapOvr>
    <a:masterClrMapping/>
  </p:clrMapOvr>
  <p:transition spd="slow">
    <p:pull/>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685800" y="609600"/>
            <a:ext cx="7772400" cy="1143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p>
            <a:pPr lvl="0"/>
            <a:r>
              <a:rPr lang="zh-CN" altLang="en-US" smtClean="0"/>
              <a:t>单击此处编辑母版标题样式</a:t>
            </a:r>
          </a:p>
        </p:txBody>
      </p:sp>
      <p:sp>
        <p:nvSpPr>
          <p:cNvPr id="1027" name="Rectangle 3"/>
          <p:cNvSpPr>
            <a:spLocks noGrp="1" noChangeArrowheads="1"/>
          </p:cNvSpPr>
          <p:nvPr>
            <p:ph type="body" idx="1"/>
          </p:nvPr>
        </p:nvSpPr>
        <p:spPr bwMode="auto">
          <a:xfrm>
            <a:off x="685800" y="1981200"/>
            <a:ext cx="7772400" cy="411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p>
        </p:txBody>
      </p:sp>
      <p:sp>
        <p:nvSpPr>
          <p:cNvPr id="1028" name="Rectangle 4"/>
          <p:cNvSpPr>
            <a:spLocks noGrp="1" noChangeArrowheads="1"/>
          </p:cNvSpPr>
          <p:nvPr>
            <p:ph type="dt" sz="half" idx="2"/>
          </p:nvPr>
        </p:nvSpPr>
        <p:spPr bwMode="auto">
          <a:xfrm>
            <a:off x="685800" y="6248400"/>
            <a:ext cx="1905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defRPr sz="1400"/>
            </a:lvl1pPr>
          </a:lstStyle>
          <a:p>
            <a:endParaRPr lang="en-US" altLang="zh-CN"/>
          </a:p>
        </p:txBody>
      </p:sp>
      <p:sp>
        <p:nvSpPr>
          <p:cNvPr id="1029" name="Rectangle 5"/>
          <p:cNvSpPr>
            <a:spLocks noGrp="1" noChangeArrowheads="1"/>
          </p:cNvSpPr>
          <p:nvPr>
            <p:ph type="ftr" sz="quarter" idx="3"/>
          </p:nvPr>
        </p:nvSpPr>
        <p:spPr bwMode="auto">
          <a:xfrm>
            <a:off x="3124200" y="6248400"/>
            <a:ext cx="2895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ctr">
              <a:defRPr sz="1400"/>
            </a:lvl1pPr>
          </a:lstStyle>
          <a:p>
            <a:endParaRPr lang="en-US" altLang="zh-CN"/>
          </a:p>
        </p:txBody>
      </p:sp>
      <p:sp>
        <p:nvSpPr>
          <p:cNvPr id="1030" name="Rectangle 6"/>
          <p:cNvSpPr>
            <a:spLocks noGrp="1" noChangeArrowheads="1"/>
          </p:cNvSpPr>
          <p:nvPr>
            <p:ph type="sldNum" sz="quarter" idx="4"/>
          </p:nvPr>
        </p:nvSpPr>
        <p:spPr bwMode="auto">
          <a:xfrm>
            <a:off x="6553200" y="6248400"/>
            <a:ext cx="1905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r">
              <a:defRPr sz="1400"/>
            </a:lvl1pPr>
          </a:lstStyle>
          <a:p>
            <a:fld id="{1C91E8F3-5799-4E46-ABFB-003BE7EDA4DF}" type="slidenum">
              <a:rPr lang="en-US" altLang="zh-CN"/>
              <a:pPr/>
              <a:t>‹#›</a:t>
            </a:fld>
            <a:endParaRPr lang="en-US" altLang="zh-CN"/>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ransition spd="slow">
    <p:pull/>
  </p:transition>
  <p:txStyles>
    <p:titleStyle>
      <a:lvl1pPr algn="ctr" rtl="0" fontAlgn="base">
        <a:spcBef>
          <a:spcPct val="0"/>
        </a:spcBef>
        <a:spcAft>
          <a:spcPct val="0"/>
        </a:spcAft>
        <a:defRPr kumimoji="1" sz="4400">
          <a:solidFill>
            <a:schemeClr val="tx2"/>
          </a:solidFill>
          <a:latin typeface="+mj-lt"/>
          <a:ea typeface="+mj-ea"/>
          <a:cs typeface="+mj-cs"/>
        </a:defRPr>
      </a:lvl1pPr>
      <a:lvl2pPr algn="ctr" rtl="0" fontAlgn="base">
        <a:spcBef>
          <a:spcPct val="0"/>
        </a:spcBef>
        <a:spcAft>
          <a:spcPct val="0"/>
        </a:spcAft>
        <a:defRPr kumimoji="1" sz="4400">
          <a:solidFill>
            <a:schemeClr val="tx2"/>
          </a:solidFill>
          <a:latin typeface="Times New Roman" pitchFamily="18" charset="0"/>
          <a:ea typeface="宋体" pitchFamily="2" charset="-122"/>
        </a:defRPr>
      </a:lvl2pPr>
      <a:lvl3pPr algn="ctr" rtl="0" fontAlgn="base">
        <a:spcBef>
          <a:spcPct val="0"/>
        </a:spcBef>
        <a:spcAft>
          <a:spcPct val="0"/>
        </a:spcAft>
        <a:defRPr kumimoji="1" sz="4400">
          <a:solidFill>
            <a:schemeClr val="tx2"/>
          </a:solidFill>
          <a:latin typeface="Times New Roman" pitchFamily="18" charset="0"/>
          <a:ea typeface="宋体" pitchFamily="2" charset="-122"/>
        </a:defRPr>
      </a:lvl3pPr>
      <a:lvl4pPr algn="ctr" rtl="0" fontAlgn="base">
        <a:spcBef>
          <a:spcPct val="0"/>
        </a:spcBef>
        <a:spcAft>
          <a:spcPct val="0"/>
        </a:spcAft>
        <a:defRPr kumimoji="1" sz="4400">
          <a:solidFill>
            <a:schemeClr val="tx2"/>
          </a:solidFill>
          <a:latin typeface="Times New Roman" pitchFamily="18" charset="0"/>
          <a:ea typeface="宋体" pitchFamily="2" charset="-122"/>
        </a:defRPr>
      </a:lvl4pPr>
      <a:lvl5pPr algn="ctr" rtl="0" fontAlgn="base">
        <a:spcBef>
          <a:spcPct val="0"/>
        </a:spcBef>
        <a:spcAft>
          <a:spcPct val="0"/>
        </a:spcAft>
        <a:defRPr kumimoji="1" sz="4400">
          <a:solidFill>
            <a:schemeClr val="tx2"/>
          </a:solidFill>
          <a:latin typeface="Times New Roman" pitchFamily="18" charset="0"/>
          <a:ea typeface="宋体" pitchFamily="2" charset="-122"/>
        </a:defRPr>
      </a:lvl5pPr>
      <a:lvl6pPr marL="457200" algn="ctr" rtl="0" fontAlgn="base">
        <a:spcBef>
          <a:spcPct val="0"/>
        </a:spcBef>
        <a:spcAft>
          <a:spcPct val="0"/>
        </a:spcAft>
        <a:defRPr kumimoji="1" sz="4400">
          <a:solidFill>
            <a:schemeClr val="tx2"/>
          </a:solidFill>
          <a:latin typeface="Times New Roman" pitchFamily="18" charset="0"/>
          <a:ea typeface="宋体" pitchFamily="2" charset="-122"/>
        </a:defRPr>
      </a:lvl6pPr>
      <a:lvl7pPr marL="914400" algn="ctr" rtl="0" fontAlgn="base">
        <a:spcBef>
          <a:spcPct val="0"/>
        </a:spcBef>
        <a:spcAft>
          <a:spcPct val="0"/>
        </a:spcAft>
        <a:defRPr kumimoji="1" sz="4400">
          <a:solidFill>
            <a:schemeClr val="tx2"/>
          </a:solidFill>
          <a:latin typeface="Times New Roman" pitchFamily="18" charset="0"/>
          <a:ea typeface="宋体" pitchFamily="2" charset="-122"/>
        </a:defRPr>
      </a:lvl7pPr>
      <a:lvl8pPr marL="1371600" algn="ctr" rtl="0" fontAlgn="base">
        <a:spcBef>
          <a:spcPct val="0"/>
        </a:spcBef>
        <a:spcAft>
          <a:spcPct val="0"/>
        </a:spcAft>
        <a:defRPr kumimoji="1" sz="4400">
          <a:solidFill>
            <a:schemeClr val="tx2"/>
          </a:solidFill>
          <a:latin typeface="Times New Roman" pitchFamily="18" charset="0"/>
          <a:ea typeface="宋体" pitchFamily="2" charset="-122"/>
        </a:defRPr>
      </a:lvl8pPr>
      <a:lvl9pPr marL="1828800" algn="ctr" rtl="0" fontAlgn="base">
        <a:spcBef>
          <a:spcPct val="0"/>
        </a:spcBef>
        <a:spcAft>
          <a:spcPct val="0"/>
        </a:spcAft>
        <a:defRPr kumimoji="1" sz="4400">
          <a:solidFill>
            <a:schemeClr val="tx2"/>
          </a:solidFill>
          <a:latin typeface="Times New Roman" pitchFamily="18" charset="0"/>
          <a:ea typeface="宋体" pitchFamily="2" charset="-122"/>
        </a:defRPr>
      </a:lvl9pPr>
    </p:titleStyle>
    <p:bodyStyle>
      <a:lvl1pPr marL="342900" indent="-342900" algn="l" rtl="0" fontAlgn="base">
        <a:spcBef>
          <a:spcPct val="20000"/>
        </a:spcBef>
        <a:spcAft>
          <a:spcPct val="0"/>
        </a:spcAft>
        <a:buChar char="•"/>
        <a:defRPr kumimoji="1" sz="3200">
          <a:solidFill>
            <a:schemeClr val="tx1"/>
          </a:solidFill>
          <a:latin typeface="+mn-lt"/>
          <a:ea typeface="+mn-ea"/>
          <a:cs typeface="+mn-cs"/>
        </a:defRPr>
      </a:lvl1pPr>
      <a:lvl2pPr marL="742950" indent="-285750" algn="l" rtl="0" fontAlgn="base">
        <a:spcBef>
          <a:spcPct val="20000"/>
        </a:spcBef>
        <a:spcAft>
          <a:spcPct val="0"/>
        </a:spcAft>
        <a:buChar char="–"/>
        <a:defRPr kumimoji="1" sz="2800">
          <a:solidFill>
            <a:schemeClr val="tx1"/>
          </a:solidFill>
          <a:latin typeface="+mn-lt"/>
          <a:ea typeface="+mn-ea"/>
        </a:defRPr>
      </a:lvl2pPr>
      <a:lvl3pPr marL="1143000" indent="-228600" algn="l" rtl="0" fontAlgn="base">
        <a:spcBef>
          <a:spcPct val="20000"/>
        </a:spcBef>
        <a:spcAft>
          <a:spcPct val="0"/>
        </a:spcAft>
        <a:buChar char="•"/>
        <a:defRPr kumimoji="1" sz="2400">
          <a:solidFill>
            <a:schemeClr val="tx1"/>
          </a:solidFill>
          <a:latin typeface="+mn-lt"/>
          <a:ea typeface="+mn-ea"/>
        </a:defRPr>
      </a:lvl3pPr>
      <a:lvl4pPr marL="1600200" indent="-228600" algn="l" rtl="0" fontAlgn="base">
        <a:spcBef>
          <a:spcPct val="20000"/>
        </a:spcBef>
        <a:spcAft>
          <a:spcPct val="0"/>
        </a:spcAft>
        <a:buChar char="–"/>
        <a:defRPr kumimoji="1" sz="2000">
          <a:solidFill>
            <a:schemeClr val="tx1"/>
          </a:solidFill>
          <a:latin typeface="+mn-lt"/>
          <a:ea typeface="+mn-ea"/>
        </a:defRPr>
      </a:lvl4pPr>
      <a:lvl5pPr marL="2057400" indent="-228600" algn="l" rtl="0" fontAlgn="base">
        <a:spcBef>
          <a:spcPct val="20000"/>
        </a:spcBef>
        <a:spcAft>
          <a:spcPct val="0"/>
        </a:spcAft>
        <a:buChar char="»"/>
        <a:defRPr kumimoji="1" sz="2000">
          <a:solidFill>
            <a:schemeClr val="tx1"/>
          </a:solidFill>
          <a:latin typeface="+mn-lt"/>
          <a:ea typeface="+mn-ea"/>
        </a:defRPr>
      </a:lvl5pPr>
      <a:lvl6pPr marL="2514600" indent="-228600" algn="l" rtl="0" fontAlgn="base">
        <a:spcBef>
          <a:spcPct val="20000"/>
        </a:spcBef>
        <a:spcAft>
          <a:spcPct val="0"/>
        </a:spcAft>
        <a:buChar char="»"/>
        <a:defRPr kumimoji="1" sz="2000">
          <a:solidFill>
            <a:schemeClr val="tx1"/>
          </a:solidFill>
          <a:latin typeface="+mn-lt"/>
          <a:ea typeface="+mn-ea"/>
        </a:defRPr>
      </a:lvl6pPr>
      <a:lvl7pPr marL="2971800" indent="-228600" algn="l" rtl="0" fontAlgn="base">
        <a:spcBef>
          <a:spcPct val="20000"/>
        </a:spcBef>
        <a:spcAft>
          <a:spcPct val="0"/>
        </a:spcAft>
        <a:buChar char="»"/>
        <a:defRPr kumimoji="1" sz="2000">
          <a:solidFill>
            <a:schemeClr val="tx1"/>
          </a:solidFill>
          <a:latin typeface="+mn-lt"/>
          <a:ea typeface="+mn-ea"/>
        </a:defRPr>
      </a:lvl7pPr>
      <a:lvl8pPr marL="3429000" indent="-228600" algn="l" rtl="0" fontAlgn="base">
        <a:spcBef>
          <a:spcPct val="20000"/>
        </a:spcBef>
        <a:spcAft>
          <a:spcPct val="0"/>
        </a:spcAft>
        <a:buChar char="»"/>
        <a:defRPr kumimoji="1" sz="2000">
          <a:solidFill>
            <a:schemeClr val="tx1"/>
          </a:solidFill>
          <a:latin typeface="+mn-lt"/>
          <a:ea typeface="+mn-ea"/>
        </a:defRPr>
      </a:lvl8pPr>
      <a:lvl9pPr marL="3886200" indent="-228600" algn="l" rtl="0" fontAlgn="base">
        <a:spcBef>
          <a:spcPct val="20000"/>
        </a:spcBef>
        <a:spcAft>
          <a:spcPct val="0"/>
        </a:spcAft>
        <a:buChar char="»"/>
        <a:defRPr kumimoji="1" sz="2000">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4"/>
          <p:cNvSpPr>
            <a:spLocks noGrp="1"/>
          </p:cNvSpPr>
          <p:nvPr>
            <p:ph type="title"/>
          </p:nvPr>
        </p:nvSpPr>
        <p:spPr/>
        <p:txBody>
          <a:bodyPr/>
          <a:lstStyle/>
          <a:p>
            <a:r>
              <a:rPr lang="zh-CN" altLang="en-US" sz="6900" b="1" dirty="0">
                <a:solidFill>
                  <a:srgbClr val="FA0000"/>
                </a:solidFill>
                <a:latin typeface="黑体" pitchFamily="2" charset="-122"/>
                <a:ea typeface="黑体" pitchFamily="2" charset="-122"/>
              </a:rPr>
              <a:t>全球第一只人工</a:t>
            </a:r>
            <a:r>
              <a:rPr lang="zh-CN" altLang="en-US" sz="6900" b="1" dirty="0" smtClean="0">
                <a:solidFill>
                  <a:srgbClr val="FA0000"/>
                </a:solidFill>
                <a:latin typeface="黑体" pitchFamily="2" charset="-122"/>
                <a:ea typeface="黑体" pitchFamily="2" charset="-122"/>
              </a:rPr>
              <a:t>繁殖的</a:t>
            </a:r>
            <a:r>
              <a:rPr lang="zh-CN" altLang="en-US" sz="6900" b="1" dirty="0">
                <a:solidFill>
                  <a:srgbClr val="FA0000"/>
                </a:solidFill>
                <a:latin typeface="黑体" pitchFamily="2" charset="-122"/>
                <a:ea typeface="黑体" pitchFamily="2" charset="-122"/>
              </a:rPr>
              <a:t>大熊猫</a:t>
            </a:r>
          </a:p>
        </p:txBody>
      </p:sp>
    </p:spTree>
    <p:extLst>
      <p:ext uri="{BB962C8B-B14F-4D97-AF65-F5344CB8AC3E}">
        <p14:creationId xmlns:p14="http://schemas.microsoft.com/office/powerpoint/2010/main" val="3400452419"/>
      </p:ext>
    </p:extLst>
  </p:cSld>
  <p:clrMapOvr>
    <a:masterClrMapping/>
  </p:clrMapOvr>
  <p:transition spd="slow">
    <p:pull/>
  </p:transition>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0" name="Rectangle 2"/>
          <p:cNvSpPr>
            <a:spLocks noGrp="1" noChangeArrowheads="1"/>
          </p:cNvSpPr>
          <p:nvPr>
            <p:ph type="title"/>
          </p:nvPr>
        </p:nvSpPr>
        <p:spPr/>
        <p:txBody>
          <a:bodyPr/>
          <a:lstStyle/>
          <a:p>
            <a:r>
              <a:rPr lang="zh-CN" altLang="en-US" dirty="0">
                <a:solidFill>
                  <a:srgbClr val="000101"/>
                </a:solidFill>
                <a:latin typeface="宋体" pitchFamily="2" charset="-122"/>
              </a:rPr>
              <a:t>全球第一只人工繁殖的大熊猫</a:t>
            </a:r>
          </a:p>
        </p:txBody>
      </p:sp>
      <p:sp>
        <p:nvSpPr>
          <p:cNvPr id="2051" name="Rectangle 3"/>
          <p:cNvSpPr>
            <a:spLocks noGrp="1" noChangeArrowheads="1"/>
          </p:cNvSpPr>
          <p:nvPr>
            <p:ph type="body" sz="half" idx="1"/>
          </p:nvPr>
        </p:nvSpPr>
        <p:spPr/>
        <p:txBody>
          <a:bodyPr/>
          <a:lstStyle/>
          <a:p>
            <a:pPr>
              <a:lnSpc>
                <a:spcPct val="90000"/>
              </a:lnSpc>
            </a:pPr>
            <a:r>
              <a:rPr lang="zh-CN" altLang="en-US" sz="2800" dirty="0">
                <a:solidFill>
                  <a:srgbClr val="000000"/>
                </a:solidFill>
                <a:latin typeface="宋体" pitchFamily="2" charset="-122"/>
              </a:rPr>
              <a:t>今年全球第一只人工繁殖的大熊猫在卧龙中国保护大熊猫研究中心降生。这只幸运的大熊猫宝宝为雌性，体况良好，体重</a:t>
            </a:r>
            <a:r>
              <a:rPr lang="en-US" altLang="zh-CN" sz="2800" dirty="0">
                <a:solidFill>
                  <a:srgbClr val="000000"/>
                </a:solidFill>
              </a:rPr>
              <a:t>160</a:t>
            </a:r>
            <a:r>
              <a:rPr lang="zh-CN" altLang="en-US" sz="2800" dirty="0">
                <a:solidFill>
                  <a:srgbClr val="000000"/>
                </a:solidFill>
                <a:latin typeface="宋体" pitchFamily="2" charset="-122"/>
              </a:rPr>
              <a:t>克，它的母亲是大熊猫家族的</a:t>
            </a:r>
            <a:r>
              <a:rPr lang="zh-CN" altLang="en-US" sz="2800" dirty="0">
                <a:solidFill>
                  <a:srgbClr val="000000"/>
                </a:solidFill>
              </a:rPr>
              <a:t>“</a:t>
            </a:r>
            <a:r>
              <a:rPr lang="zh-CN" altLang="en-US" sz="2800" dirty="0">
                <a:solidFill>
                  <a:srgbClr val="000000"/>
                </a:solidFill>
                <a:latin typeface="宋体" pitchFamily="2" charset="-122"/>
              </a:rPr>
              <a:t>明星</a:t>
            </a:r>
            <a:r>
              <a:rPr lang="zh-CN" altLang="en-US" sz="2800" dirty="0">
                <a:solidFill>
                  <a:srgbClr val="000000"/>
                </a:solidFill>
              </a:rPr>
              <a:t>”</a:t>
            </a:r>
            <a:r>
              <a:rPr lang="en-US" altLang="zh-CN" sz="2800" dirty="0">
                <a:solidFill>
                  <a:srgbClr val="000000"/>
                </a:solidFill>
              </a:rPr>
              <a:t>———</a:t>
            </a:r>
            <a:r>
              <a:rPr lang="zh-CN" altLang="en-US" sz="2800" dirty="0">
                <a:solidFill>
                  <a:srgbClr val="000000"/>
                </a:solidFill>
                <a:latin typeface="宋体" pitchFamily="2" charset="-122"/>
              </a:rPr>
              <a:t>逃跑新娘</a:t>
            </a:r>
            <a:r>
              <a:rPr lang="zh-CN" altLang="en-US" sz="2800" dirty="0">
                <a:solidFill>
                  <a:srgbClr val="000000"/>
                </a:solidFill>
              </a:rPr>
              <a:t>“</a:t>
            </a:r>
            <a:r>
              <a:rPr lang="zh-CN" altLang="en-US" sz="2800" dirty="0">
                <a:solidFill>
                  <a:srgbClr val="000000"/>
                </a:solidFill>
                <a:latin typeface="宋体" pitchFamily="2" charset="-122"/>
              </a:rPr>
              <a:t>白雪</a:t>
            </a:r>
            <a:r>
              <a:rPr lang="zh-CN" altLang="en-US" sz="2800" dirty="0">
                <a:solidFill>
                  <a:srgbClr val="000000"/>
                </a:solidFill>
              </a:rPr>
              <a:t>”</a:t>
            </a:r>
            <a:r>
              <a:rPr lang="zh-CN" altLang="en-US" sz="2800" dirty="0">
                <a:solidFill>
                  <a:srgbClr val="000000"/>
                </a:solidFill>
                <a:latin typeface="宋体" pitchFamily="2" charset="-122"/>
              </a:rPr>
              <a:t>。目前母女俩都平安。</a:t>
            </a:r>
            <a:r>
              <a:rPr lang="zh-CN" altLang="en-US" sz="2800" dirty="0"/>
              <a:t> </a:t>
            </a:r>
          </a:p>
        </p:txBody>
      </p:sp>
      <p:pic>
        <p:nvPicPr>
          <p:cNvPr id="2054" name="Picture 6" descr="D:\Documents and Settings\Administrator.LIU-ZAE2B0JV3F0\My Documents\My Pictures\雄猫.jpg"/>
          <p:cNvPicPr>
            <a:picLocks noGrp="1" noChangeAspect="1" noChangeArrowheads="1"/>
          </p:cNvPicPr>
          <p:nvPr>
            <p:ph type="clipArt" sz="half" idx="2"/>
          </p:nvPr>
        </p:nvPicPr>
        <p:blipFill>
          <a:blip r:embed="rId2">
            <a:extLst>
              <a:ext uri="{28A0092B-C50C-407E-A947-70E740481C1C}">
                <a14:useLocalDpi xmlns:a14="http://schemas.microsoft.com/office/drawing/2010/main" val="0"/>
              </a:ext>
            </a:extLst>
          </a:blip>
          <a:srcRect/>
          <a:stretch>
            <a:fillRect/>
          </a:stretch>
        </p:blipFill>
        <p:spPr>
          <a:xfrm>
            <a:off x="4648200" y="2613025"/>
            <a:ext cx="3810000" cy="285115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Tree>
  </p:cSld>
  <p:clrMapOvr>
    <a:masterClrMapping/>
  </p:clrMapOvr>
  <p:transition spd="slow">
    <p:pul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2051">
                                            <p:txEl>
                                              <p:pRg st="0" end="0"/>
                                            </p:txEl>
                                          </p:spTgt>
                                        </p:tgtEl>
                                        <p:attrNameLst>
                                          <p:attrName>style.visibility</p:attrName>
                                        </p:attrNameLst>
                                      </p:cBhvr>
                                      <p:to>
                                        <p:strVal val="visible"/>
                                      </p:to>
                                    </p:set>
                                    <p:animEffect transition="in" filter="dissolve">
                                      <p:cBhvr>
                                        <p:cTn id="7" dur="500"/>
                                        <p:tgtEl>
                                          <p:spTgt spid="2051">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51" grpId="0" build="p"/>
    </p:bldLst>
  </p:timing>
</p:sld>
</file>

<file path=ppt/slides/slide3.xml><?xml version="1.0" encoding="utf-8"?>
<p:sld xmlns:a="http://schemas.openxmlformats.org/drawingml/2006/main" xmlns:r="http://schemas.openxmlformats.org/officeDocument/2006/relationships" xmlns:p="http://schemas.openxmlformats.org/presentationml/2006/main">
  <p:cSld>
    <p:bg>
      <p:bgPr>
        <a:gradFill>
          <a:gsLst>
            <a:gs pos="0">
              <a:srgbClr val="DDEBCF"/>
            </a:gs>
            <a:gs pos="50000">
              <a:srgbClr val="9CB86E"/>
            </a:gs>
            <a:gs pos="100000">
              <a:srgbClr val="156B13"/>
            </a:gs>
          </a:gsLst>
          <a:lin ang="5400000" scaled="0"/>
        </a:gradFill>
        <a:effectLst/>
      </p:bgPr>
    </p:bg>
    <p:spTree>
      <p:nvGrpSpPr>
        <p:cNvPr id="1" name=""/>
        <p:cNvGrpSpPr/>
        <p:nvPr/>
      </p:nvGrpSpPr>
      <p:grpSpPr>
        <a:xfrm>
          <a:off x="0" y="0"/>
          <a:ext cx="0" cy="0"/>
          <a:chOff x="0" y="0"/>
          <a:chExt cx="0" cy="0"/>
        </a:xfrm>
      </p:grpSpPr>
      <p:sp>
        <p:nvSpPr>
          <p:cNvPr id="3074" name="Rectangle 2"/>
          <p:cNvSpPr>
            <a:spLocks noGrp="1" noChangeArrowheads="1"/>
          </p:cNvSpPr>
          <p:nvPr>
            <p:ph type="title"/>
          </p:nvPr>
        </p:nvSpPr>
        <p:spPr/>
        <p:txBody>
          <a:bodyPr/>
          <a:lstStyle/>
          <a:p>
            <a:r>
              <a:rPr lang="zh-CN" altLang="en-US">
                <a:solidFill>
                  <a:srgbClr val="000000"/>
                </a:solidFill>
                <a:latin typeface="宋体" pitchFamily="2" charset="-122"/>
              </a:rPr>
              <a:t>高龄大熊猫产妇</a:t>
            </a:r>
          </a:p>
        </p:txBody>
      </p:sp>
      <p:sp>
        <p:nvSpPr>
          <p:cNvPr id="3075" name="Rectangle 3"/>
          <p:cNvSpPr>
            <a:spLocks noGrp="1" noChangeArrowheads="1"/>
          </p:cNvSpPr>
          <p:nvPr>
            <p:ph type="body" idx="1"/>
          </p:nvPr>
        </p:nvSpPr>
        <p:spPr/>
        <p:txBody>
          <a:bodyPr/>
          <a:lstStyle/>
          <a:p>
            <a:r>
              <a:rPr lang="zh-CN" altLang="en-US">
                <a:solidFill>
                  <a:srgbClr val="000000"/>
                </a:solidFill>
                <a:latin typeface="宋体" pitchFamily="2" charset="-122"/>
              </a:rPr>
              <a:t>卧龙中国保护大熊猫研究中心主任张和民介绍说，逃跑新娘</a:t>
            </a:r>
            <a:r>
              <a:rPr lang="zh-CN" altLang="en-US">
                <a:solidFill>
                  <a:srgbClr val="000000"/>
                </a:solidFill>
              </a:rPr>
              <a:t>“</a:t>
            </a:r>
            <a:r>
              <a:rPr lang="zh-CN" altLang="en-US">
                <a:solidFill>
                  <a:srgbClr val="000000"/>
                </a:solidFill>
                <a:latin typeface="宋体" pitchFamily="2" charset="-122"/>
              </a:rPr>
              <a:t>白雪</a:t>
            </a:r>
            <a:r>
              <a:rPr lang="zh-CN" altLang="en-US">
                <a:solidFill>
                  <a:srgbClr val="000000"/>
                </a:solidFill>
              </a:rPr>
              <a:t>”</a:t>
            </a:r>
            <a:r>
              <a:rPr lang="zh-CN" altLang="en-US">
                <a:solidFill>
                  <a:srgbClr val="000000"/>
                </a:solidFill>
                <a:latin typeface="宋体" pitchFamily="2" charset="-122"/>
              </a:rPr>
              <a:t>今年</a:t>
            </a:r>
            <a:r>
              <a:rPr lang="en-US" altLang="zh-CN">
                <a:solidFill>
                  <a:srgbClr val="000000"/>
                </a:solidFill>
              </a:rPr>
              <a:t>16</a:t>
            </a:r>
            <a:r>
              <a:rPr lang="zh-CN" altLang="en-US">
                <a:solidFill>
                  <a:srgbClr val="000000"/>
                </a:solidFill>
                <a:latin typeface="宋体" pitchFamily="2" charset="-122"/>
              </a:rPr>
              <a:t>岁，相当于人类的</a:t>
            </a:r>
            <a:r>
              <a:rPr lang="en-US" altLang="zh-CN">
                <a:solidFill>
                  <a:srgbClr val="000000"/>
                </a:solidFill>
              </a:rPr>
              <a:t>50</a:t>
            </a:r>
            <a:r>
              <a:rPr lang="zh-CN" altLang="en-US">
                <a:solidFill>
                  <a:srgbClr val="000000"/>
                </a:solidFill>
                <a:latin typeface="宋体" pitchFamily="2" charset="-122"/>
              </a:rPr>
              <a:t>岁，属高龄产妇。为确保她们母女健康，科研人员将小宝宝取出后放入育幼室进行精心监护，并加强了对高龄产妇</a:t>
            </a:r>
            <a:r>
              <a:rPr lang="zh-CN" altLang="en-US">
                <a:solidFill>
                  <a:srgbClr val="000000"/>
                </a:solidFill>
              </a:rPr>
              <a:t>“</a:t>
            </a:r>
            <a:r>
              <a:rPr lang="zh-CN" altLang="en-US">
                <a:solidFill>
                  <a:srgbClr val="000000"/>
                </a:solidFill>
                <a:latin typeface="宋体" pitchFamily="2" charset="-122"/>
              </a:rPr>
              <a:t>白雪</a:t>
            </a:r>
            <a:r>
              <a:rPr lang="zh-CN" altLang="en-US">
                <a:solidFill>
                  <a:srgbClr val="000000"/>
                </a:solidFill>
              </a:rPr>
              <a:t>”</a:t>
            </a:r>
            <a:r>
              <a:rPr lang="zh-CN" altLang="en-US">
                <a:solidFill>
                  <a:srgbClr val="000000"/>
                </a:solidFill>
                <a:latin typeface="宋体" pitchFamily="2" charset="-122"/>
              </a:rPr>
              <a:t>的调理。</a:t>
            </a:r>
            <a:r>
              <a:rPr lang="zh-CN" altLang="en-US"/>
              <a:t> </a:t>
            </a:r>
          </a:p>
        </p:txBody>
      </p:sp>
    </p:spTree>
  </p:cSld>
  <p:clrMapOvr>
    <a:masterClrMapping/>
  </p:clrMapOvr>
  <p:transition spd="slow">
    <p:pull/>
  </p:transition>
  <p:timing>
    <p:tnLst>
      <p:par>
        <p:cTn id="1" dur="indefinite" restart="never" nodeType="tmRoot"/>
      </p:par>
    </p:tnLst>
  </p:timing>
</p:sld>
</file>

<file path=ppt/theme/theme1.xml><?xml version="1.0" encoding="utf-8"?>
<a:theme xmlns:a="http://schemas.openxmlformats.org/drawingml/2006/main" name="默认设计模板">
  <a:themeElements>
    <a:clrScheme name="默认设计模板 2">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默认设计模板">
      <a:majorFont>
        <a:latin typeface="Times New Roman"/>
        <a:ea typeface="宋体"/>
        <a:cs typeface=""/>
      </a:majorFont>
      <a:minorFont>
        <a:latin typeface="Times New Roman"/>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1" lang="zh-CN" altLang="en-US" sz="2400" b="0" i="0" u="none" strike="noStrike" cap="none" normalizeH="0" baseline="0" smtClean="0">
            <a:ln>
              <a:noFill/>
            </a:ln>
            <a:solidFill>
              <a:schemeClr val="tx1"/>
            </a:solidFill>
            <a:effectLst/>
            <a:latin typeface="Times New Roman" pitchFamily="18" charset="0"/>
            <a:ea typeface="宋体"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1" lang="zh-CN" altLang="en-US" sz="2400" b="0" i="0" u="none" strike="noStrike" cap="none" normalizeH="0" baseline="0" smtClean="0">
            <a:ln>
              <a:noFill/>
            </a:ln>
            <a:solidFill>
              <a:schemeClr val="tx1"/>
            </a:solidFill>
            <a:effectLst/>
            <a:latin typeface="Times New Roman" pitchFamily="18" charset="0"/>
            <a:ea typeface="宋体" pitchFamily="2" charset="-122"/>
          </a:defRPr>
        </a:defPPr>
      </a:lstStyle>
    </a:lnDef>
  </a:objectDefaults>
  <a:extraClrSchemeLst>
    <a:extraClrScheme>
      <a:clrScheme name="默认设计模板 1">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默认设计模板 2">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默认设计模板 3">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默认设计模板 4">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默认设计模板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默认设计模板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默认设计模板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theme>
</file>

<file path=docProps/app.xml><?xml version="1.0" encoding="utf-8"?>
<Properties xmlns="http://schemas.openxmlformats.org/officeDocument/2006/extended-properties" xmlns:vt="http://schemas.openxmlformats.org/officeDocument/2006/docPropsVTypes">
  <TotalTime>8</TotalTime>
  <Words>129</Words>
  <Application>Microsoft Office PowerPoint</Application>
  <PresentationFormat>全屏显示(4:3)</PresentationFormat>
  <Paragraphs>5</Paragraphs>
  <Slides>3</Slides>
  <Notes>0</Notes>
  <HiddenSlides>0</HiddenSlides>
  <MMClips>0</MMClips>
  <ScaleCrop>false</ScaleCrop>
  <HeadingPairs>
    <vt:vector size="4" baseType="variant">
      <vt:variant>
        <vt:lpstr>主题</vt:lpstr>
      </vt:variant>
      <vt:variant>
        <vt:i4>1</vt:i4>
      </vt:variant>
      <vt:variant>
        <vt:lpstr>幻灯片标题</vt:lpstr>
      </vt:variant>
      <vt:variant>
        <vt:i4>3</vt:i4>
      </vt:variant>
    </vt:vector>
  </HeadingPairs>
  <TitlesOfParts>
    <vt:vector size="4" baseType="lpstr">
      <vt:lpstr>默认设计模板</vt:lpstr>
      <vt:lpstr>全球第一只人工繁殖的大熊猫</vt:lpstr>
      <vt:lpstr>全球第一只人工繁殖的大熊猫</vt:lpstr>
      <vt:lpstr>高龄大熊猫产妇</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全球第一只人工繁殖的大熊猫</dc:title>
  <dc:creator>liu</dc:creator>
  <cp:lastModifiedBy>YlmF</cp:lastModifiedBy>
  <cp:revision>7</cp:revision>
  <dcterms:created xsi:type="dcterms:W3CDTF">2006-07-28T00:56:33Z</dcterms:created>
  <dcterms:modified xsi:type="dcterms:W3CDTF">2013-08-23T02:34:29Z</dcterms:modified>
</cp:coreProperties>
</file>