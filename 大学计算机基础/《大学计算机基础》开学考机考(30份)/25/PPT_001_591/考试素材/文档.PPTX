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52" d="100"/>
          <a:sy n="52" d="100"/>
        </p:scale>
        <p:origin x="-8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66375B3-FB1D-4779-BCFD-FB1046013C1D}" type="slidenum">
              <a:rPr lang="en-US" altLang="zh-CN"/>
              <a:pPr/>
              <a:t>‹#›</a:t>
            </a:fld>
            <a:endParaRPr lang="en-US" altLang="zh-CN"/>
          </a:p>
        </p:txBody>
      </p:sp>
    </p:spTree>
    <p:extLst>
      <p:ext uri="{BB962C8B-B14F-4D97-AF65-F5344CB8AC3E}">
        <p14:creationId xmlns:p14="http://schemas.microsoft.com/office/powerpoint/2010/main" val="656497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068B49F-D0FD-4D65-BA30-B7C4996E5718}" type="slidenum">
              <a:rPr lang="en-US" altLang="zh-CN"/>
              <a:pPr/>
              <a:t>‹#›</a:t>
            </a:fld>
            <a:endParaRPr lang="en-US" altLang="zh-CN"/>
          </a:p>
        </p:txBody>
      </p:sp>
    </p:spTree>
    <p:extLst>
      <p:ext uri="{BB962C8B-B14F-4D97-AF65-F5344CB8AC3E}">
        <p14:creationId xmlns:p14="http://schemas.microsoft.com/office/powerpoint/2010/main" val="1735437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BFFA968-AF8A-45FB-8A6B-5DE00ADDC57C}" type="slidenum">
              <a:rPr lang="en-US" altLang="zh-CN"/>
              <a:pPr/>
              <a:t>‹#›</a:t>
            </a:fld>
            <a:endParaRPr lang="en-US" altLang="zh-CN"/>
          </a:p>
        </p:txBody>
      </p:sp>
    </p:spTree>
    <p:extLst>
      <p:ext uri="{BB962C8B-B14F-4D97-AF65-F5344CB8AC3E}">
        <p14:creationId xmlns:p14="http://schemas.microsoft.com/office/powerpoint/2010/main" val="3066153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78AFF9-587E-4E7F-9A32-A80C63460518}" type="slidenum">
              <a:rPr lang="en-US" altLang="zh-CN"/>
              <a:pPr/>
              <a:t>‹#›</a:t>
            </a:fld>
            <a:endParaRPr lang="en-US" altLang="zh-CN"/>
          </a:p>
        </p:txBody>
      </p:sp>
    </p:spTree>
    <p:extLst>
      <p:ext uri="{BB962C8B-B14F-4D97-AF65-F5344CB8AC3E}">
        <p14:creationId xmlns:p14="http://schemas.microsoft.com/office/powerpoint/2010/main" val="114980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4602739-E55F-4D2E-8BEB-A4A2C906A233}" type="slidenum">
              <a:rPr lang="en-US" altLang="zh-CN"/>
              <a:pPr/>
              <a:t>‹#›</a:t>
            </a:fld>
            <a:endParaRPr lang="en-US" altLang="zh-CN"/>
          </a:p>
        </p:txBody>
      </p:sp>
    </p:spTree>
    <p:extLst>
      <p:ext uri="{BB962C8B-B14F-4D97-AF65-F5344CB8AC3E}">
        <p14:creationId xmlns:p14="http://schemas.microsoft.com/office/powerpoint/2010/main" val="2247652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863FDC6-C444-4F98-85B8-B9ECF052A36F}" type="slidenum">
              <a:rPr lang="en-US" altLang="zh-CN"/>
              <a:pPr/>
              <a:t>‹#›</a:t>
            </a:fld>
            <a:endParaRPr lang="en-US" altLang="zh-CN"/>
          </a:p>
        </p:txBody>
      </p:sp>
    </p:spTree>
    <p:extLst>
      <p:ext uri="{BB962C8B-B14F-4D97-AF65-F5344CB8AC3E}">
        <p14:creationId xmlns:p14="http://schemas.microsoft.com/office/powerpoint/2010/main" val="3436476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2EF6ECDC-0A86-4A8E-821B-D7CD9173A485}" type="slidenum">
              <a:rPr lang="en-US" altLang="zh-CN"/>
              <a:pPr/>
              <a:t>‹#›</a:t>
            </a:fld>
            <a:endParaRPr lang="en-US" altLang="zh-CN"/>
          </a:p>
        </p:txBody>
      </p:sp>
    </p:spTree>
    <p:extLst>
      <p:ext uri="{BB962C8B-B14F-4D97-AF65-F5344CB8AC3E}">
        <p14:creationId xmlns:p14="http://schemas.microsoft.com/office/powerpoint/2010/main" val="1882615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69641CE-7F49-4972-BBF7-C5EDC9184075}" type="slidenum">
              <a:rPr lang="en-US" altLang="zh-CN"/>
              <a:pPr/>
              <a:t>‹#›</a:t>
            </a:fld>
            <a:endParaRPr lang="en-US" altLang="zh-CN"/>
          </a:p>
        </p:txBody>
      </p:sp>
    </p:spTree>
    <p:extLst>
      <p:ext uri="{BB962C8B-B14F-4D97-AF65-F5344CB8AC3E}">
        <p14:creationId xmlns:p14="http://schemas.microsoft.com/office/powerpoint/2010/main" val="3155022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1BAE88C-5A30-44E9-B994-E51668E12735}" type="slidenum">
              <a:rPr lang="en-US" altLang="zh-CN"/>
              <a:pPr/>
              <a:t>‹#›</a:t>
            </a:fld>
            <a:endParaRPr lang="en-US" altLang="zh-CN"/>
          </a:p>
        </p:txBody>
      </p:sp>
    </p:spTree>
    <p:extLst>
      <p:ext uri="{BB962C8B-B14F-4D97-AF65-F5344CB8AC3E}">
        <p14:creationId xmlns:p14="http://schemas.microsoft.com/office/powerpoint/2010/main" val="908197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46A9B4A-DC6B-4C47-A28E-7358283C4F40}" type="slidenum">
              <a:rPr lang="en-US" altLang="zh-CN"/>
              <a:pPr/>
              <a:t>‹#›</a:t>
            </a:fld>
            <a:endParaRPr lang="en-US" altLang="zh-CN"/>
          </a:p>
        </p:txBody>
      </p:sp>
    </p:spTree>
    <p:extLst>
      <p:ext uri="{BB962C8B-B14F-4D97-AF65-F5344CB8AC3E}">
        <p14:creationId xmlns:p14="http://schemas.microsoft.com/office/powerpoint/2010/main" val="661987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606AD93-DCEC-4AC5-8680-43339648B64C}" type="slidenum">
              <a:rPr lang="en-US" altLang="zh-CN"/>
              <a:pPr/>
              <a:t>‹#›</a:t>
            </a:fld>
            <a:endParaRPr lang="en-US" altLang="zh-CN"/>
          </a:p>
        </p:txBody>
      </p:sp>
    </p:spTree>
    <p:extLst>
      <p:ext uri="{BB962C8B-B14F-4D97-AF65-F5344CB8AC3E}">
        <p14:creationId xmlns:p14="http://schemas.microsoft.com/office/powerpoint/2010/main" val="2342126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剪贴画占位符 3"/>
          <p:cNvSpPr>
            <a:spLocks noGrp="1"/>
          </p:cNvSpPr>
          <p:nvPr>
            <p:ph type="clipArt" sz="half" idx="2"/>
          </p:nvPr>
        </p:nvSpPr>
        <p:spPr>
          <a:xfrm>
            <a:off x="4648200" y="1981200"/>
            <a:ext cx="3810000" cy="4114800"/>
          </a:xfrm>
        </p:spPr>
        <p:txBody>
          <a:bodyPr/>
          <a:lstStyle/>
          <a:p>
            <a:endParaRPr lang="zh-CN" altLang="en-US"/>
          </a:p>
        </p:txBody>
      </p:sp>
      <p:sp>
        <p:nvSpPr>
          <p:cNvPr id="5" name="日期占位符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EC8C296C-9788-4265-A156-8C0A2504866B}" type="slidenum">
              <a:rPr lang="en-US" altLang="zh-CN"/>
              <a:pPr/>
              <a:t>‹#›</a:t>
            </a:fld>
            <a:endParaRPr lang="en-US" altLang="zh-CN"/>
          </a:p>
        </p:txBody>
      </p:sp>
    </p:spTree>
    <p:extLst>
      <p:ext uri="{BB962C8B-B14F-4D97-AF65-F5344CB8AC3E}">
        <p14:creationId xmlns:p14="http://schemas.microsoft.com/office/powerpoint/2010/main" val="247510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1C91E8F3-5799-4E46-ABFB-003BE7EDA4DF}"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宋体" pitchFamily="2" charset="-122"/>
        </a:defRPr>
      </a:lvl2pPr>
      <a:lvl3pPr algn="ctr" rtl="0" fontAlgn="base">
        <a:spcBef>
          <a:spcPct val="0"/>
        </a:spcBef>
        <a:spcAft>
          <a:spcPct val="0"/>
        </a:spcAft>
        <a:defRPr kumimoji="1" sz="4400">
          <a:solidFill>
            <a:schemeClr val="tx2"/>
          </a:solidFill>
          <a:latin typeface="Times New Roman" pitchFamily="18" charset="0"/>
          <a:ea typeface="宋体" pitchFamily="2" charset="-122"/>
        </a:defRPr>
      </a:lvl3pPr>
      <a:lvl4pPr algn="ctr" rtl="0" fontAlgn="base">
        <a:spcBef>
          <a:spcPct val="0"/>
        </a:spcBef>
        <a:spcAft>
          <a:spcPct val="0"/>
        </a:spcAft>
        <a:defRPr kumimoji="1" sz="4400">
          <a:solidFill>
            <a:schemeClr val="tx2"/>
          </a:solidFill>
          <a:latin typeface="Times New Roman" pitchFamily="18" charset="0"/>
          <a:ea typeface="宋体" pitchFamily="2" charset="-122"/>
        </a:defRPr>
      </a:lvl4pPr>
      <a:lvl5pPr algn="ctr" rtl="0" fontAlgn="base">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zh-CN" altLang="en-US">
                <a:solidFill>
                  <a:srgbClr val="000101"/>
                </a:solidFill>
                <a:latin typeface="宋体" pitchFamily="2" charset="-122"/>
              </a:rPr>
              <a:t>全球第一只人工</a:t>
            </a:r>
            <a:r>
              <a:rPr lang="zh-CN" altLang="en-US" smtClean="0">
                <a:solidFill>
                  <a:srgbClr val="000101"/>
                </a:solidFill>
                <a:latin typeface="宋体" pitchFamily="2" charset="-122"/>
              </a:rPr>
              <a:t>繁殖大熊猫</a:t>
            </a:r>
            <a:endParaRPr lang="zh-CN" altLang="en-US">
              <a:solidFill>
                <a:srgbClr val="000101"/>
              </a:solidFill>
              <a:latin typeface="宋体" pitchFamily="2" charset="-122"/>
            </a:endParaRPr>
          </a:p>
        </p:txBody>
      </p:sp>
      <p:sp>
        <p:nvSpPr>
          <p:cNvPr id="2051" name="Rectangle 3"/>
          <p:cNvSpPr>
            <a:spLocks noGrp="1" noChangeArrowheads="1"/>
          </p:cNvSpPr>
          <p:nvPr>
            <p:ph type="body" sz="half" idx="1"/>
          </p:nvPr>
        </p:nvSpPr>
        <p:spPr/>
        <p:txBody>
          <a:bodyPr/>
          <a:lstStyle/>
          <a:p>
            <a:pPr>
              <a:lnSpc>
                <a:spcPct val="90000"/>
              </a:lnSpc>
            </a:pPr>
            <a:r>
              <a:rPr lang="zh-CN" altLang="en-US" sz="2800">
                <a:solidFill>
                  <a:srgbClr val="000000"/>
                </a:solidFill>
                <a:latin typeface="宋体" pitchFamily="2" charset="-122"/>
              </a:rPr>
              <a:t>今年全球第一只人工繁殖的大熊猫在卧龙中国保护大熊猫研究中心降生。这只幸运的大熊猫宝宝为雌性，体况良好，体重</a:t>
            </a:r>
            <a:r>
              <a:rPr lang="en-US" altLang="zh-CN" sz="2800">
                <a:solidFill>
                  <a:srgbClr val="000000"/>
                </a:solidFill>
              </a:rPr>
              <a:t>160</a:t>
            </a:r>
            <a:r>
              <a:rPr lang="zh-CN" altLang="en-US" sz="2800">
                <a:solidFill>
                  <a:srgbClr val="000000"/>
                </a:solidFill>
                <a:latin typeface="宋体" pitchFamily="2" charset="-122"/>
              </a:rPr>
              <a:t>克，它的母亲是大熊猫家族的</a:t>
            </a:r>
            <a:r>
              <a:rPr lang="zh-CN" altLang="en-US" sz="2800">
                <a:solidFill>
                  <a:srgbClr val="000000"/>
                </a:solidFill>
              </a:rPr>
              <a:t>“</a:t>
            </a:r>
            <a:r>
              <a:rPr lang="zh-CN" altLang="en-US" sz="2800">
                <a:solidFill>
                  <a:srgbClr val="000000"/>
                </a:solidFill>
                <a:latin typeface="宋体" pitchFamily="2" charset="-122"/>
              </a:rPr>
              <a:t>明星</a:t>
            </a:r>
            <a:r>
              <a:rPr lang="zh-CN" altLang="en-US" sz="2800">
                <a:solidFill>
                  <a:srgbClr val="000000"/>
                </a:solidFill>
              </a:rPr>
              <a:t>”</a:t>
            </a:r>
            <a:r>
              <a:rPr lang="en-US" altLang="zh-CN" sz="2800">
                <a:solidFill>
                  <a:srgbClr val="000000"/>
                </a:solidFill>
              </a:rPr>
              <a:t>———</a:t>
            </a:r>
            <a:r>
              <a:rPr lang="zh-CN" altLang="en-US" sz="2800">
                <a:solidFill>
                  <a:srgbClr val="000000"/>
                </a:solidFill>
                <a:latin typeface="宋体" pitchFamily="2" charset="-122"/>
              </a:rPr>
              <a:t>逃跑新娘</a:t>
            </a:r>
            <a:r>
              <a:rPr lang="zh-CN" altLang="en-US" sz="2800">
                <a:solidFill>
                  <a:srgbClr val="000000"/>
                </a:solidFill>
              </a:rPr>
              <a:t>“</a:t>
            </a:r>
            <a:r>
              <a:rPr lang="zh-CN" altLang="en-US" sz="2800">
                <a:solidFill>
                  <a:srgbClr val="000000"/>
                </a:solidFill>
                <a:latin typeface="宋体" pitchFamily="2" charset="-122"/>
              </a:rPr>
              <a:t>白雪</a:t>
            </a:r>
            <a:r>
              <a:rPr lang="zh-CN" altLang="en-US" sz="2800">
                <a:solidFill>
                  <a:srgbClr val="000000"/>
                </a:solidFill>
              </a:rPr>
              <a:t>”</a:t>
            </a:r>
            <a:r>
              <a:rPr lang="zh-CN" altLang="en-US" sz="2800">
                <a:solidFill>
                  <a:srgbClr val="000000"/>
                </a:solidFill>
                <a:latin typeface="宋体" pitchFamily="2" charset="-122"/>
              </a:rPr>
              <a:t>。目前母女俩都平安。</a:t>
            </a:r>
            <a:r>
              <a:rPr lang="zh-CN" altLang="en-US" sz="2800"/>
              <a:t> </a:t>
            </a:r>
          </a:p>
        </p:txBody>
      </p:sp>
      <p:pic>
        <p:nvPicPr>
          <p:cNvPr id="2054" name="Picture 6" descr="D:\Documents and Settings\Administrator.LIU-ZAE2B0JV3F0\My Documents\My Pictures\雄猫.jpg"/>
          <p:cNvPicPr>
            <a:picLocks noGrp="1" noChangeAspect="1" noChangeArrowheads="1"/>
          </p:cNvPicPr>
          <p:nvPr>
            <p:ph type="clipArt" sz="half" idx="2"/>
          </p:nvPr>
        </p:nvPicPr>
        <p:blipFill>
          <a:blip r:embed="rId2">
            <a:extLst>
              <a:ext uri="{28A0092B-C50C-407E-A947-70E740481C1C}">
                <a14:useLocalDpi xmlns:a14="http://schemas.microsoft.com/office/drawing/2010/main" val="0"/>
              </a:ext>
            </a:extLst>
          </a:blip>
          <a:srcRect/>
          <a:stretch>
            <a:fillRect/>
          </a:stretch>
        </p:blipFill>
        <p:spPr>
          <a:xfrm>
            <a:off x="4648200" y="2613025"/>
            <a:ext cx="3810000" cy="2851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solidFill>
                  <a:srgbClr val="000000"/>
                </a:solidFill>
                <a:latin typeface="宋体" pitchFamily="2" charset="-122"/>
              </a:rPr>
              <a:t>高龄大熊猫产妇</a:t>
            </a:r>
          </a:p>
        </p:txBody>
      </p:sp>
      <p:sp>
        <p:nvSpPr>
          <p:cNvPr id="3075" name="Rectangle 3"/>
          <p:cNvSpPr>
            <a:spLocks noGrp="1" noChangeArrowheads="1"/>
          </p:cNvSpPr>
          <p:nvPr>
            <p:ph type="body" idx="1"/>
          </p:nvPr>
        </p:nvSpPr>
        <p:spPr/>
        <p:txBody>
          <a:bodyPr/>
          <a:lstStyle/>
          <a:p>
            <a:r>
              <a:rPr lang="zh-CN" altLang="en-US">
                <a:solidFill>
                  <a:srgbClr val="000000"/>
                </a:solidFill>
                <a:latin typeface="宋体" pitchFamily="2" charset="-122"/>
              </a:rPr>
              <a:t>卧龙中国保护大熊猫研究中心主任张和民介绍说，逃跑新娘</a:t>
            </a:r>
            <a:r>
              <a:rPr lang="zh-CN" altLang="en-US">
                <a:solidFill>
                  <a:srgbClr val="000000"/>
                </a:solidFill>
              </a:rPr>
              <a:t>“</a:t>
            </a:r>
            <a:r>
              <a:rPr lang="zh-CN" altLang="en-US">
                <a:solidFill>
                  <a:srgbClr val="000000"/>
                </a:solidFill>
                <a:latin typeface="宋体" pitchFamily="2" charset="-122"/>
              </a:rPr>
              <a:t>白雪</a:t>
            </a:r>
            <a:r>
              <a:rPr lang="zh-CN" altLang="en-US">
                <a:solidFill>
                  <a:srgbClr val="000000"/>
                </a:solidFill>
              </a:rPr>
              <a:t>”</a:t>
            </a:r>
            <a:r>
              <a:rPr lang="zh-CN" altLang="en-US">
                <a:solidFill>
                  <a:srgbClr val="000000"/>
                </a:solidFill>
                <a:latin typeface="宋体" pitchFamily="2" charset="-122"/>
              </a:rPr>
              <a:t>今年</a:t>
            </a:r>
            <a:r>
              <a:rPr lang="en-US" altLang="zh-CN">
                <a:solidFill>
                  <a:srgbClr val="000000"/>
                </a:solidFill>
              </a:rPr>
              <a:t>16</a:t>
            </a:r>
            <a:r>
              <a:rPr lang="zh-CN" altLang="en-US">
                <a:solidFill>
                  <a:srgbClr val="000000"/>
                </a:solidFill>
                <a:latin typeface="宋体" pitchFamily="2" charset="-122"/>
              </a:rPr>
              <a:t>岁，相当于人类的</a:t>
            </a:r>
            <a:r>
              <a:rPr lang="en-US" altLang="zh-CN">
                <a:solidFill>
                  <a:srgbClr val="000000"/>
                </a:solidFill>
              </a:rPr>
              <a:t>50</a:t>
            </a:r>
            <a:r>
              <a:rPr lang="zh-CN" altLang="en-US">
                <a:solidFill>
                  <a:srgbClr val="000000"/>
                </a:solidFill>
                <a:latin typeface="宋体" pitchFamily="2" charset="-122"/>
              </a:rPr>
              <a:t>岁，属高龄产妇。为确保她们母女健康，科研人员将小宝宝取出后放入育幼室进行精心监护，并加强了对高龄产妇</a:t>
            </a:r>
            <a:r>
              <a:rPr lang="zh-CN" altLang="en-US">
                <a:solidFill>
                  <a:srgbClr val="000000"/>
                </a:solidFill>
              </a:rPr>
              <a:t>“</a:t>
            </a:r>
            <a:r>
              <a:rPr lang="zh-CN" altLang="en-US">
                <a:solidFill>
                  <a:srgbClr val="000000"/>
                </a:solidFill>
                <a:latin typeface="宋体" pitchFamily="2" charset="-122"/>
              </a:rPr>
              <a:t>白雪</a:t>
            </a:r>
            <a:r>
              <a:rPr lang="zh-CN" altLang="en-US">
                <a:solidFill>
                  <a:srgbClr val="000000"/>
                </a:solidFill>
              </a:rPr>
              <a:t>”</a:t>
            </a:r>
            <a:r>
              <a:rPr lang="zh-CN" altLang="en-US">
                <a:solidFill>
                  <a:srgbClr val="000000"/>
                </a:solidFill>
                <a:latin typeface="宋体" pitchFamily="2" charset="-122"/>
              </a:rPr>
              <a:t>的调理。</a:t>
            </a:r>
            <a:r>
              <a:rPr lang="zh-CN" altLang="en-US"/>
              <a:t> </a:t>
            </a:r>
          </a:p>
        </p:txBody>
      </p:sp>
    </p:spTree>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TotalTime>
  <Words>121</Words>
  <Application>Microsoft Office PowerPoint</Application>
  <PresentationFormat>全屏显示(4:3)</PresentationFormat>
  <Paragraphs>4</Paragraphs>
  <Slides>2</Slides>
  <Notes>0</Notes>
  <HiddenSlides>0</HiddenSlides>
  <MMClips>0</MMClips>
  <ScaleCrop>false</ScaleCrop>
  <HeadingPairs>
    <vt:vector size="4" baseType="variant">
      <vt:variant>
        <vt:lpstr>主题</vt:lpstr>
      </vt:variant>
      <vt:variant>
        <vt:i4>1</vt:i4>
      </vt:variant>
      <vt:variant>
        <vt:lpstr>幻灯片标题</vt:lpstr>
      </vt:variant>
      <vt:variant>
        <vt:i4>2</vt:i4>
      </vt:variant>
    </vt:vector>
  </HeadingPairs>
  <TitlesOfParts>
    <vt:vector size="3" baseType="lpstr">
      <vt:lpstr>默认设计模板</vt:lpstr>
      <vt:lpstr>全球第一只人工繁殖大熊猫</vt:lpstr>
      <vt:lpstr>高龄大熊猫产妇</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全球第一只人工繁殖的大熊猫</dc:title>
  <dc:creator>liu</dc:creator>
  <cp:lastModifiedBy>YlmF</cp:lastModifiedBy>
  <cp:revision>4</cp:revision>
  <dcterms:created xsi:type="dcterms:W3CDTF">2006-07-28T00:56:33Z</dcterms:created>
  <dcterms:modified xsi:type="dcterms:W3CDTF">2013-08-23T02:37:37Z</dcterms:modified>
</cp:coreProperties>
</file>