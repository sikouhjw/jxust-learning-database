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  <p:sldId id="259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3" d="100"/>
          <a:sy n="63" d="100"/>
        </p:scale>
        <p:origin x="-1596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矩形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矩形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矩形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56" name="矩形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矩形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矩形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矩形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  <p:sndAc>
          <p:stSnd>
            <p:snd r:embed="rId1" name="chimes.wav"/>
          </p:stSnd>
        </p:sndAc>
      </p:transition>
    </mc:Choice>
    <mc:Fallback>
      <p:transition spd="slow">
        <p:checker/>
        <p:sndAc>
          <p:stSnd>
            <p:snd r:embed="rId1" name="chimes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  <p:sndAc>
          <p:stSnd>
            <p:snd r:embed="rId1" name="chimes.wav"/>
          </p:stSnd>
        </p:sndAc>
      </p:transition>
    </mc:Choice>
    <mc:Fallback>
      <p:transition spd="slow">
        <p:checker/>
        <p:sndAc>
          <p:stSnd>
            <p:snd r:embed="rId1" name="chimes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任意多边形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任意多边形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任意多边形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任意多边形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任意多边形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任意多边形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任意多边形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任意多边形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任意多边形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任意多边形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任意多边形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任意多边形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任意多边形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任意多边形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矩形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矩形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  <p:sndAc>
          <p:stSnd>
            <p:snd r:embed="rId1" name="chimes.wav"/>
          </p:stSnd>
        </p:sndAc>
      </p:transition>
    </mc:Choice>
    <mc:Fallback>
      <p:transition spd="slow">
        <p:checker/>
        <p:sndAc>
          <p:stSnd>
            <p:snd r:embed="rId1" name="chimes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  <p:sndAc>
          <p:stSnd>
            <p:snd r:embed="rId1" name="chimes.wav"/>
          </p:stSnd>
        </p:sndAc>
      </p:transition>
    </mc:Choice>
    <mc:Fallback>
      <p:transition spd="slow">
        <p:checker/>
        <p:sndAc>
          <p:stSnd>
            <p:snd r:embed="rId1" name="chimes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矩形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矩形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矩形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矩形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矩形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矩形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  <p:sndAc>
          <p:stSnd>
            <p:snd r:embed="rId1" name="chimes.wav"/>
          </p:stSnd>
        </p:sndAc>
      </p:transition>
    </mc:Choice>
    <mc:Fallback>
      <p:transition spd="slow">
        <p:checker/>
        <p:sndAc>
          <p:stSnd>
            <p:snd r:embed="rId1" name="chimes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  <p:sndAc>
          <p:stSnd>
            <p:snd r:embed="rId1" name="chimes.wav"/>
          </p:stSnd>
        </p:sndAc>
      </p:transition>
    </mc:Choice>
    <mc:Fallback>
      <p:transition spd="slow">
        <p:checker/>
        <p:sndAc>
          <p:stSnd>
            <p:snd r:embed="rId1" name="chimes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  <p:sndAc>
          <p:stSnd>
            <p:snd r:embed="rId1" name="chimes.wav"/>
          </p:stSnd>
        </p:sndAc>
      </p:transition>
    </mc:Choice>
    <mc:Fallback>
      <p:transition spd="slow">
        <p:checker/>
        <p:sndAc>
          <p:stSnd>
            <p:snd r:embed="rId1" name="chimes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  <p:sndAc>
          <p:stSnd>
            <p:snd r:embed="rId1" name="chimes.wav"/>
          </p:stSnd>
        </p:sndAc>
      </p:transition>
    </mc:Choice>
    <mc:Fallback>
      <p:transition spd="slow">
        <p:checker/>
        <p:sndAc>
          <p:stSnd>
            <p:snd r:embed="rId1" name="chimes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直接连接符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grpSp>
        <p:nvGrpSpPr>
          <p:cNvPr id="14" name="组合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直接连接符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直接连接符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  <p:sndAc>
          <p:stSnd>
            <p:snd r:embed="rId1" name="chimes.wav"/>
          </p:stSnd>
        </p:sndAc>
      </p:transition>
    </mc:Choice>
    <mc:Fallback>
      <p:transition spd="slow">
        <p:checker/>
        <p:sndAc>
          <p:stSnd>
            <p:snd r:embed="rId1" name="chimes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  <p:sndAc>
          <p:stSnd>
            <p:snd r:embed="rId1" name="chimes.wav"/>
          </p:stSnd>
        </p:sndAc>
      </p:transition>
    </mc:Choice>
    <mc:Fallback>
      <p:transition spd="slow">
        <p:checker/>
        <p:sndAc>
          <p:stSnd>
            <p:snd r:embed="rId1" name="chimes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  <p:sndAc>
          <p:stSnd>
            <p:snd r:embed="rId1" name="chimes.wav"/>
          </p:stSnd>
        </p:sndAc>
      </p:transition>
    </mc:Choice>
    <mc:Fallback>
      <p:transition spd="slow">
        <p:checker/>
        <p:sndAc>
          <p:stSnd>
            <p:snd r:embed="rId1" name="chimes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矩形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矩形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矩形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89E9573E-E0B8-4A82-9CA3-F7B50838AEA6}" type="datetimeFigureOut">
              <a:rPr lang="zh-CN" altLang="en-US" smtClean="0"/>
              <a:pPr/>
              <a:t>2015-3-30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FA7F44A6-C329-4930-A2F5-475186591EF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>
    <mc:Choice xmlns:p14="http://schemas.microsoft.com/office/powerpoint/2010/main" Requires="p14">
      <p:transition spd="slow" p14:dur="2500">
        <p:checker/>
        <p:sndAc>
          <p:stSnd>
            <p:snd r:embed="rId13" name="chimes.wav"/>
          </p:stSnd>
        </p:sndAc>
      </p:transition>
    </mc:Choice>
    <mc:Fallback>
      <p:transition spd="slow">
        <p:checker/>
        <p:sndAc>
          <p:stSnd>
            <p:snd r:embed="rId13" name="chimes.wav"/>
          </p:stSnd>
        </p:sndAc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99200" y="2930400"/>
            <a:ext cx="42411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chemeClr val="accent3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三国演义</a:t>
            </a:r>
            <a:endParaRPr lang="zh-CN" altLang="en-US" sz="6000" dirty="0">
              <a:solidFill>
                <a:schemeClr val="accent3">
                  <a:lumMod val="50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6058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  <p:sndAc>
          <p:stSnd>
            <p:snd r:embed="rId2" name="chimes.wav"/>
          </p:stSnd>
        </p:sndAc>
      </p:transition>
    </mc:Choice>
    <mc:Fallback>
      <p:transition spd="slow">
        <p:checker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温酒斩华雄</a:t>
            </a:r>
            <a:endParaRPr lang="zh-CN" altLang="en-US" sz="2800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700808"/>
            <a:ext cx="7702658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62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  <p:sndAc>
          <p:stSnd>
            <p:snd r:embed="rId2" name="chimes.wav"/>
          </p:stSnd>
        </p:sndAc>
      </p:transition>
    </mc:Choice>
    <mc:Fallback>
      <p:transition spd="slow">
        <p:checker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穿越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穿越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穿越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225</TotalTime>
  <Words>2</Words>
  <Application>Microsoft Office PowerPoint</Application>
  <PresentationFormat>全屏显示(4:3)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穿越</vt:lpstr>
      <vt:lpstr>PowerPoint 演示文稿</vt:lpstr>
      <vt:lpstr>温酒斩华雄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Wuy</cp:lastModifiedBy>
  <cp:revision>26</cp:revision>
  <dcterms:created xsi:type="dcterms:W3CDTF">2015-01-30T13:26:27Z</dcterms:created>
  <dcterms:modified xsi:type="dcterms:W3CDTF">2015-03-30T03:46:42Z</dcterms:modified>
</cp:coreProperties>
</file>