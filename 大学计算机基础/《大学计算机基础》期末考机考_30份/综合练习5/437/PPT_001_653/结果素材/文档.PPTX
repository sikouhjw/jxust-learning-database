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D95166D-CF51-49A8-9C66-1286B5C72987}" type="datetimeFigureOut">
              <a:rPr lang="zh-CN" altLang="en-US" smtClean="0"/>
              <a:t>2015-3-29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6BC91583-A4C7-4E6D-B40B-CDFF929F008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6000" dirty="0">
                <a:latin typeface="黑体" pitchFamily="2" charset="-122"/>
                <a:ea typeface="黑体" pitchFamily="2" charset="-122"/>
              </a:rPr>
              <a:t>何以笙箫默</a:t>
            </a:r>
            <a:endParaRPr lang="zh-CN" altLang="en-US" sz="60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黑体" pitchFamily="2" charset="-122"/>
                <a:ea typeface="黑体" pitchFamily="2" charset="-122"/>
              </a:rPr>
              <a:t>创世极恋，赌真爱不败</a:t>
            </a:r>
          </a:p>
          <a:p>
            <a:endParaRPr lang="zh-CN" altLang="en-US" sz="2400" dirty="0">
              <a:solidFill>
                <a:schemeClr val="accent1">
                  <a:lumMod val="60000"/>
                  <a:lumOff val="40000"/>
                </a:schemeClr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24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dirty="0" smtClean="0"/>
              <a:t>作者简介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顾漫：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1981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年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10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月生于江苏宜兴，晋江原创网的驻站作家，曾是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仙度瑞拉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杂志编辑，作品风格轻松浪漫，大多叙述都市爱情。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2005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年以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何以笙箫默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一举成名，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2010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年凭借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微微一笑很倾城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获得第三届中国网络文学节最佳作者奖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.2013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年中国作家富豪榜第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44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名。至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2014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年，已出版过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何以笙箫默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微微一笑很倾城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杉杉来吃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骄阳似我上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四本畅销言情小说，其中由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杉杉来吃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改编成的电视剧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杉杉来了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一经播出广受好评，收视口碑双收。而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何以笙箫默</a:t>
            </a:r>
            <a:r>
              <a:rPr lang="en-US" altLang="zh-CN" sz="1700" dirty="0">
                <a:latin typeface="微软雅黑" pitchFamily="34" charset="-122"/>
                <a:ea typeface="微软雅黑" pitchFamily="34" charset="-122"/>
              </a:rPr>
              <a:t>》</a:t>
            </a:r>
            <a:r>
              <a:rPr lang="zh-CN" altLang="en-US" sz="1700" dirty="0">
                <a:latin typeface="微软雅黑" pitchFamily="34" charset="-122"/>
                <a:ea typeface="微软雅黑" pitchFamily="34" charset="-122"/>
              </a:rPr>
              <a:t>改编的同名电视剧近已在江苏、东方、安徽等卫视热播，取得不凡的反响。</a:t>
            </a:r>
          </a:p>
        </p:txBody>
      </p:sp>
    </p:spTree>
    <p:extLst>
      <p:ext uri="{BB962C8B-B14F-4D97-AF65-F5344CB8AC3E}">
        <p14:creationId xmlns:p14="http://schemas.microsoft.com/office/powerpoint/2010/main" val="1886975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精美剧照</a:t>
            </a:r>
            <a:endParaRPr lang="zh-CN" alt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659" y="1100138"/>
            <a:ext cx="6334907" cy="3579812"/>
          </a:xfrm>
        </p:spPr>
      </p:pic>
    </p:spTree>
    <p:extLst>
      <p:ext uri="{BB962C8B-B14F-4D97-AF65-F5344CB8AC3E}">
        <p14:creationId xmlns:p14="http://schemas.microsoft.com/office/powerpoint/2010/main" val="26458172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角度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12</TotalTime>
  <Words>193</Words>
  <Application>Microsoft Office PowerPoint</Application>
  <PresentationFormat>全屏显示(4:3)</PresentationFormat>
  <Paragraphs>5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角度</vt:lpstr>
      <vt:lpstr>何以笙箫默</vt:lpstr>
      <vt:lpstr>作者简介</vt:lpstr>
      <vt:lpstr>精美剧照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Wuy</cp:lastModifiedBy>
  <cp:revision>3</cp:revision>
  <dcterms:created xsi:type="dcterms:W3CDTF">2015-03-20T02:20:56Z</dcterms:created>
  <dcterms:modified xsi:type="dcterms:W3CDTF">2015-03-29T03:44:37Z</dcterms:modified>
</cp:coreProperties>
</file>