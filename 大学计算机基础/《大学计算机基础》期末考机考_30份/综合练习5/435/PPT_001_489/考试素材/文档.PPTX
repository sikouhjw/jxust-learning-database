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8" d="100"/>
          <a:sy n="38" d="100"/>
        </p:scale>
        <p:origin x="-828" y="-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E8D813-0D10-4193-A75E-CBB123D93DF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BDEB59-F8CE-40AD-9EFB-19908BB35A33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2AFE9E-BDF4-4734-A486-367F954A128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EE247A-A8A4-4E08-919E-03030D3345EE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CE16A4-CFAA-4D1A-92F4-394B4ED55559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71ED99-B73A-48BB-B44F-4CA42C7808DB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309A29-149B-45A9-AE01-04A40B71673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3D7D5D-5041-4DCD-B590-D31A301FDD8B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A87E99-3F14-4168-A1B4-8818EE108991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629A56-FFA2-400A-9AC4-ED80BC97833D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279882-A6AB-49A2-B08C-9B8E8DD40F84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0641612-D853-4266-AAB0-3CB303C0D9E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1" baseType="lpstr">
      <vt:lpstr>默认设计模板</vt:lpstr>
    </vt:vector>
  </TitlesOfParts>
  <Company>wwjt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lhc</dc:creator>
  <cp:lastModifiedBy>wwjt</cp:lastModifiedBy>
  <cp:revision>1</cp:revision>
  <dcterms:created xsi:type="dcterms:W3CDTF">2002-10-26T03:05:01Z</dcterms:created>
  <dcterms:modified xsi:type="dcterms:W3CDTF">2012-04-01T01:44:47Z</dcterms:modified>
</cp:coreProperties>
</file>