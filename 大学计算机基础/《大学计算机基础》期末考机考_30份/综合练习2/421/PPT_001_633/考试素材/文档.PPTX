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40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53DC16-DD5E-41C6-8318-2DADB77033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8801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8B720-971C-4B6B-80FB-F6C63C057E4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5944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571883-5B47-42C7-8283-76744B94099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55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BE86C9-34A8-49A9-9D84-266AB726F4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320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6125F5-272E-4531-8678-9B482788501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0068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13B207-116D-4771-B7A3-2D53FE2A1F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6775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5A8B62-4F62-4347-A0FA-68536A24E9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4572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964A4B-0981-43F7-97DE-96DB7F4532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208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09CE1F-D789-43A9-ACFF-BD6627866D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431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4756B8-AC3B-45EC-88A9-FA73165472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015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E34C97-4E0F-4205-9B82-781F3C27734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4002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C5F41CD-CBAA-48DA-A083-57806B242F5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600200"/>
          </a:xfrm>
        </p:spPr>
        <p:txBody>
          <a:bodyPr/>
          <a:lstStyle/>
          <a:p>
            <a:r>
              <a:rPr lang="zh-CN" altLang="en-US"/>
              <a:t>让电力网络建设</a:t>
            </a:r>
            <a:br>
              <a:rPr lang="zh-CN" altLang="en-US"/>
            </a:br>
            <a:r>
              <a:rPr lang="zh-CN" altLang="en-US"/>
              <a:t>  能“延”善“变”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743200"/>
            <a:ext cx="7772400" cy="31242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zh-CN">
                <a:solidFill>
                  <a:srgbClr val="0B1621"/>
                </a:solidFill>
              </a:rPr>
              <a:t>5</a:t>
            </a:r>
            <a:r>
              <a:rPr lang="zh-CN" altLang="en-US">
                <a:solidFill>
                  <a:srgbClr val="0B1621"/>
                </a:solidFill>
              </a:rPr>
              <a:t>年之内</a:t>
            </a:r>
          </a:p>
          <a:p>
            <a:pPr algn="ctr">
              <a:buFontTx/>
              <a:buNone/>
            </a:pPr>
            <a:r>
              <a:rPr lang="en-US" altLang="zh-CN">
                <a:solidFill>
                  <a:srgbClr val="0B1621"/>
                </a:solidFill>
              </a:rPr>
              <a:t>90%</a:t>
            </a:r>
            <a:r>
              <a:rPr lang="zh-CN" altLang="en-US">
                <a:solidFill>
                  <a:srgbClr val="0B1621"/>
                </a:solidFill>
              </a:rPr>
              <a:t>的电力业务</a:t>
            </a:r>
          </a:p>
          <a:p>
            <a:pPr algn="ctr">
              <a:buFontTx/>
              <a:buNone/>
            </a:pPr>
            <a:r>
              <a:rPr lang="zh-CN" altLang="en-US">
                <a:solidFill>
                  <a:srgbClr val="0B1621"/>
                </a:solidFill>
              </a:rPr>
              <a:t>将在网上进行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容灾系统</a:t>
            </a:r>
            <a:br>
              <a:rPr lang="zh-CN" altLang="en-US"/>
            </a:br>
            <a:r>
              <a:rPr lang="zh-CN" altLang="en-US"/>
              <a:t>从容面对灾难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数据存储子系统</a:t>
            </a:r>
          </a:p>
          <a:p>
            <a:r>
              <a:rPr lang="zh-CN" altLang="en-US"/>
              <a:t>数据备份子系统</a:t>
            </a:r>
          </a:p>
          <a:p>
            <a:r>
              <a:rPr lang="zh-CN" altLang="en-US"/>
              <a:t>灾难恢复子系统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-5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-52"/>
            <a:ea typeface="宋体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28</Words>
  <Application>Microsoft Office PowerPoint</Application>
  <PresentationFormat>全屏显示(4:3)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主题​​</vt:lpstr>
      <vt:lpstr>让电力网络建设   能“延”善“变”</vt:lpstr>
      <vt:lpstr>容灾系统 从容面对灾难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让电力网络建设   能“延”善“变”</dc:title>
  <dc:creator>Zhang</dc:creator>
  <cp:lastModifiedBy>YlmF</cp:lastModifiedBy>
  <cp:revision>4</cp:revision>
  <dcterms:created xsi:type="dcterms:W3CDTF">2001-12-18T03:00:50Z</dcterms:created>
  <dcterms:modified xsi:type="dcterms:W3CDTF">2013-08-29T06:36:27Z</dcterms:modified>
</cp:coreProperties>
</file>