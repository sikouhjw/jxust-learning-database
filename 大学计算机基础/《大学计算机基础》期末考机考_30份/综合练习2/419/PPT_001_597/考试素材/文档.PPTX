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1" d="100"/>
          <a:sy n="51" d="100"/>
        </p:scale>
        <p:origin x="-53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69987C3-C0F2-43BA-BFA6-D8C26E9EC160}" type="slidenum">
              <a:rPr lang="en-US" altLang="zh-CN"/>
              <a:pPr/>
              <a:t>‹#›</a:t>
            </a:fld>
            <a:endParaRPr lang="en-US" altLang="zh-CN"/>
          </a:p>
        </p:txBody>
      </p:sp>
    </p:spTree>
    <p:extLst>
      <p:ext uri="{BB962C8B-B14F-4D97-AF65-F5344CB8AC3E}">
        <p14:creationId xmlns:p14="http://schemas.microsoft.com/office/powerpoint/2010/main" val="1223165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118A1A1-52FE-4C6A-9C2C-1E941B27ECF7}" type="slidenum">
              <a:rPr lang="en-US" altLang="zh-CN"/>
              <a:pPr/>
              <a:t>‹#›</a:t>
            </a:fld>
            <a:endParaRPr lang="en-US" altLang="zh-CN"/>
          </a:p>
        </p:txBody>
      </p:sp>
    </p:spTree>
    <p:extLst>
      <p:ext uri="{BB962C8B-B14F-4D97-AF65-F5344CB8AC3E}">
        <p14:creationId xmlns:p14="http://schemas.microsoft.com/office/powerpoint/2010/main" val="2930017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D1BCC66-E5E5-4B7D-BFCB-CD3C158D2B42}" type="slidenum">
              <a:rPr lang="en-US" altLang="zh-CN"/>
              <a:pPr/>
              <a:t>‹#›</a:t>
            </a:fld>
            <a:endParaRPr lang="en-US" altLang="zh-CN"/>
          </a:p>
        </p:txBody>
      </p:sp>
    </p:spTree>
    <p:extLst>
      <p:ext uri="{BB962C8B-B14F-4D97-AF65-F5344CB8AC3E}">
        <p14:creationId xmlns:p14="http://schemas.microsoft.com/office/powerpoint/2010/main" val="112623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923F538-78C4-439D-9620-80B66367A22B}" type="slidenum">
              <a:rPr lang="en-US" altLang="zh-CN"/>
              <a:pPr/>
              <a:t>‹#›</a:t>
            </a:fld>
            <a:endParaRPr lang="en-US" altLang="zh-CN"/>
          </a:p>
        </p:txBody>
      </p:sp>
    </p:spTree>
    <p:extLst>
      <p:ext uri="{BB962C8B-B14F-4D97-AF65-F5344CB8AC3E}">
        <p14:creationId xmlns:p14="http://schemas.microsoft.com/office/powerpoint/2010/main" val="2234659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25982D87-4904-418A-AB0A-FD1977C6A644}" type="slidenum">
              <a:rPr lang="en-US" altLang="zh-CN"/>
              <a:pPr/>
              <a:t>‹#›</a:t>
            </a:fld>
            <a:endParaRPr lang="en-US" altLang="zh-CN"/>
          </a:p>
        </p:txBody>
      </p:sp>
    </p:spTree>
    <p:extLst>
      <p:ext uri="{BB962C8B-B14F-4D97-AF65-F5344CB8AC3E}">
        <p14:creationId xmlns:p14="http://schemas.microsoft.com/office/powerpoint/2010/main" val="1736955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67A96E9D-A74B-4FF4-9D4B-7D4E4112F622}" type="slidenum">
              <a:rPr lang="en-US" altLang="zh-CN"/>
              <a:pPr/>
              <a:t>‹#›</a:t>
            </a:fld>
            <a:endParaRPr lang="en-US" altLang="zh-CN"/>
          </a:p>
        </p:txBody>
      </p:sp>
    </p:spTree>
    <p:extLst>
      <p:ext uri="{BB962C8B-B14F-4D97-AF65-F5344CB8AC3E}">
        <p14:creationId xmlns:p14="http://schemas.microsoft.com/office/powerpoint/2010/main" val="43916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563DD7D4-01B3-4E56-863B-02A8394A0F21}" type="slidenum">
              <a:rPr lang="en-US" altLang="zh-CN"/>
              <a:pPr/>
              <a:t>‹#›</a:t>
            </a:fld>
            <a:endParaRPr lang="en-US" altLang="zh-CN"/>
          </a:p>
        </p:txBody>
      </p:sp>
    </p:spTree>
    <p:extLst>
      <p:ext uri="{BB962C8B-B14F-4D97-AF65-F5344CB8AC3E}">
        <p14:creationId xmlns:p14="http://schemas.microsoft.com/office/powerpoint/2010/main" val="2630595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02C2732-D222-4DD9-9AD2-96436CE05414}" type="slidenum">
              <a:rPr lang="en-US" altLang="zh-CN"/>
              <a:pPr/>
              <a:t>‹#›</a:t>
            </a:fld>
            <a:endParaRPr lang="en-US" altLang="zh-CN"/>
          </a:p>
        </p:txBody>
      </p:sp>
    </p:spTree>
    <p:extLst>
      <p:ext uri="{BB962C8B-B14F-4D97-AF65-F5344CB8AC3E}">
        <p14:creationId xmlns:p14="http://schemas.microsoft.com/office/powerpoint/2010/main" val="2879796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5AFAF8CA-7E95-422F-A2F0-571B43AD46BC}" type="slidenum">
              <a:rPr lang="en-US" altLang="zh-CN"/>
              <a:pPr/>
              <a:t>‹#›</a:t>
            </a:fld>
            <a:endParaRPr lang="en-US" altLang="zh-CN"/>
          </a:p>
        </p:txBody>
      </p:sp>
    </p:spTree>
    <p:extLst>
      <p:ext uri="{BB962C8B-B14F-4D97-AF65-F5344CB8AC3E}">
        <p14:creationId xmlns:p14="http://schemas.microsoft.com/office/powerpoint/2010/main" val="2731894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91DE06C-069E-46A4-ABBE-4FCE8B7BB1BE}" type="slidenum">
              <a:rPr lang="en-US" altLang="zh-CN"/>
              <a:pPr/>
              <a:t>‹#›</a:t>
            </a:fld>
            <a:endParaRPr lang="en-US" altLang="zh-CN"/>
          </a:p>
        </p:txBody>
      </p:sp>
    </p:spTree>
    <p:extLst>
      <p:ext uri="{BB962C8B-B14F-4D97-AF65-F5344CB8AC3E}">
        <p14:creationId xmlns:p14="http://schemas.microsoft.com/office/powerpoint/2010/main" val="3719367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1253BF26-47F7-49D4-AC55-9DFFE6ADA83E}" type="slidenum">
              <a:rPr lang="en-US" altLang="zh-CN"/>
              <a:pPr/>
              <a:t>‹#›</a:t>
            </a:fld>
            <a:endParaRPr lang="en-US" altLang="zh-CN"/>
          </a:p>
        </p:txBody>
      </p:sp>
    </p:spTree>
    <p:extLst>
      <p:ext uri="{BB962C8B-B14F-4D97-AF65-F5344CB8AC3E}">
        <p14:creationId xmlns:p14="http://schemas.microsoft.com/office/powerpoint/2010/main" val="13930895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5EE0974B-D498-4AD3-AF2E-E09D51D6B3C5}"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ea typeface="宋体" pitchFamily="2" charset="-122"/>
        </a:defRPr>
      </a:lvl2pPr>
      <a:lvl3pPr algn="ctr" rtl="0" fontAlgn="base">
        <a:spcBef>
          <a:spcPct val="0"/>
        </a:spcBef>
        <a:spcAft>
          <a:spcPct val="0"/>
        </a:spcAft>
        <a:defRPr sz="4400">
          <a:solidFill>
            <a:schemeClr val="tx2"/>
          </a:solidFill>
          <a:latin typeface="Arial" charset="0"/>
          <a:ea typeface="宋体" pitchFamily="2" charset="-122"/>
        </a:defRPr>
      </a:lvl3pPr>
      <a:lvl4pPr algn="ctr" rtl="0" fontAlgn="base">
        <a:spcBef>
          <a:spcPct val="0"/>
        </a:spcBef>
        <a:spcAft>
          <a:spcPct val="0"/>
        </a:spcAft>
        <a:defRPr sz="4400">
          <a:solidFill>
            <a:schemeClr val="tx2"/>
          </a:solidFill>
          <a:latin typeface="Arial" charset="0"/>
          <a:ea typeface="宋体" pitchFamily="2" charset="-122"/>
        </a:defRPr>
      </a:lvl4pPr>
      <a:lvl5pPr algn="ctr" rtl="0" fontAlgn="base">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tech.163.com/special/00092GR3/people2007.html" TargetMode="Externa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zh-CN" altLang="en-US"/>
              <a:t>年度最活跃的十大科技人物 </a:t>
            </a:r>
          </a:p>
        </p:txBody>
      </p:sp>
      <p:sp>
        <p:nvSpPr>
          <p:cNvPr id="3075" name="Rectangle 3"/>
          <p:cNvSpPr>
            <a:spLocks noGrp="1" noChangeArrowheads="1"/>
          </p:cNvSpPr>
          <p:nvPr>
            <p:ph type="body" idx="1"/>
          </p:nvPr>
        </p:nvSpPr>
        <p:spPr>
          <a:xfrm>
            <a:off x="457200" y="1600200"/>
            <a:ext cx="3962400" cy="4525963"/>
          </a:xfrm>
        </p:spPr>
        <p:txBody>
          <a:bodyPr/>
          <a:lstStyle/>
          <a:p>
            <a:pPr>
              <a:lnSpc>
                <a:spcPct val="90000"/>
              </a:lnSpc>
            </a:pPr>
            <a:r>
              <a:rPr lang="zh-CN" altLang="en-US"/>
              <a:t>科技人物排行旨在反应一年中科技行业人物的活跃度，作为今年科技行业的热门人物，媒体关注的焦点，他们的举动也在一定程度上影响着各自领域或公司这一年的发展和走向。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2007121815004414a11">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191000"/>
            <a:ext cx="6948488"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endParaRPr lang="zh-CN" altLang="zh-CN"/>
          </a:p>
        </p:txBody>
      </p:sp>
      <p:sp>
        <p:nvSpPr>
          <p:cNvPr id="5124" name="Text Box 4"/>
          <p:cNvSpPr txBox="1">
            <a:spLocks noGrp="1" noChangeArrowheads="1"/>
          </p:cNvSpPr>
          <p:nvPr>
            <p:ph type="body" idx="1"/>
          </p:nvPr>
        </p:nvSpPr>
        <p:spPr>
          <a:xfrm>
            <a:off x="228600" y="1600200"/>
            <a:ext cx="8610600" cy="4525963"/>
          </a:xfrm>
          <a:noFill/>
          <a:ln/>
        </p:spPr>
        <p:txBody>
          <a:bodyPr/>
          <a:lstStyle/>
          <a:p>
            <a:pPr>
              <a:spcBef>
                <a:spcPct val="50000"/>
              </a:spcBef>
              <a:buFontTx/>
              <a:buNone/>
            </a:pPr>
            <a:r>
              <a:rPr lang="zh-CN" altLang="en-US" sz="2400"/>
              <a:t>本统计选取了从</a:t>
            </a:r>
            <a:r>
              <a:rPr lang="en-US" altLang="zh-CN" sz="2400"/>
              <a:t>2007</a:t>
            </a:r>
            <a:r>
              <a:rPr lang="zh-CN" altLang="en-US" sz="2400"/>
              <a:t>年内出现在某网站 “科技人物”栏目内的</a:t>
            </a:r>
            <a:r>
              <a:rPr lang="en-US" altLang="zh-CN" sz="2400"/>
              <a:t>701</a:t>
            </a:r>
            <a:r>
              <a:rPr lang="zh-CN" altLang="en-US" sz="2400"/>
              <a:t>篇新闻，共涉及</a:t>
            </a:r>
            <a:r>
              <a:rPr lang="en-US" altLang="zh-CN" sz="2400"/>
              <a:t>209</a:t>
            </a:r>
            <a:r>
              <a:rPr lang="zh-CN" altLang="en-US" sz="2400"/>
              <a:t>位人物。在这些人物中包括科技行业的企业领袖、专家学者、政府官员以及评论分析师等职业。按照他们出现的次数排列后发现：企业领袖占据了前十位，与此同时这十位年度人物所在的企业也均是各自领域的领军者。</a:t>
            </a:r>
          </a:p>
        </p:txBody>
      </p:sp>
    </p:spTree>
  </p:cSld>
  <p:clrMapOvr>
    <a:masterClrMapping/>
  </p:clrMapOvr>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44</TotalTime>
  <Words>135</Words>
  <Application>Microsoft Office PowerPoint</Application>
  <PresentationFormat>全屏显示(4:3)</PresentationFormat>
  <Paragraphs>3</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默认设计模板</vt:lpstr>
      <vt:lpstr>年度最活跃的十大科技人物 </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YlmF</cp:lastModifiedBy>
  <cp:revision>5</cp:revision>
  <dcterms:created xsi:type="dcterms:W3CDTF">2008-02-08T08:15:39Z</dcterms:created>
  <dcterms:modified xsi:type="dcterms:W3CDTF">2013-08-23T06:05:25Z</dcterms:modified>
</cp:coreProperties>
</file>