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0" d="100"/>
          <a:sy n="50" d="100"/>
        </p:scale>
        <p:origin x="-76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B290B0-6DD0-414A-913B-AD3F254D1A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067028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4C396-7221-48EC-B27E-A2DFF094A6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426074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BFBEA1-A866-4094-AEC3-480B653718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5286059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FD16D9-6E99-4BEA-9D6B-FED090E5C4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985700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0378-8DEB-4D99-B7A1-402A46EEF7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2332772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EF09C3-1545-4F38-B1C8-FA3ECC2FED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31708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9F8B4-0ADD-4434-B4A3-5EA29C1518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995728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6ED62-958D-44F2-9958-E19ED4C68F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770804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D1698-F129-4157-A097-6BFB262758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783705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3A90E-404E-4E33-B298-B54E149A72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898354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766DB-83C8-4B05-9D4E-7A9633AFD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937087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413C0C5-49BB-454D-94FC-8AA3B75199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7309045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7018970-0EE2-4683-BC51-47B94668F6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62150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1C7119-1716-40E8-A200-6568267A823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wipe dir="r"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BF5"/>
            </a:gs>
            <a:gs pos="8000">
              <a:srgbClr val="83A7C3"/>
            </a:gs>
            <a:gs pos="13000">
              <a:srgbClr val="768FB9"/>
            </a:gs>
            <a:gs pos="21001">
              <a:srgbClr val="83A7C3"/>
            </a:gs>
            <a:gs pos="52000">
              <a:srgbClr val="FFFFFF"/>
            </a:gs>
            <a:gs pos="56000">
              <a:srgbClr val="9C6563"/>
            </a:gs>
            <a:gs pos="58000">
              <a:srgbClr val="80302D"/>
            </a:gs>
            <a:gs pos="71001">
              <a:srgbClr val="C0524E"/>
            </a:gs>
            <a:gs pos="94000">
              <a:srgbClr val="EBDAD4"/>
            </a:gs>
            <a:gs pos="100000">
              <a:srgbClr val="55261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4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太阳系是否存在第十大行星</a:t>
            </a:r>
            <a:endParaRPr lang="zh-CN" altLang="zh-CN" sz="4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900" dirty="0" smtClean="0">
                <a:solidFill>
                  <a:srgbClr val="05006C"/>
                </a:solidFill>
                <a:latin typeface="华文楷体" pitchFamily="2" charset="-122"/>
                <a:ea typeface="华文楷体" pitchFamily="2" charset="-122"/>
              </a:rPr>
              <a:t>齐娜是第十大行星</a:t>
            </a:r>
            <a:endParaRPr lang="zh-CN" altLang="zh-CN" sz="3900" dirty="0">
              <a:solidFill>
                <a:srgbClr val="05006C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身份质疑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</a:p>
        </p:txBody>
      </p:sp>
      <p:pic>
        <p:nvPicPr>
          <p:cNvPr id="5" name="Picture 7" descr="D:\Documents and Settings\Administrator.LIU-ZAE2B0JV3F0\My Documents\My Pictures\太阳系.bmp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08921"/>
            <a:ext cx="3810000" cy="205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美国科学家对任何试图开除冥王星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的提议都表示强烈反对。英国天文学教授布赖恩</a:t>
            </a:r>
            <a:r>
              <a:rPr lang="en-US" altLang="zh-CN" sz="2400">
                <a:solidFill>
                  <a:srgbClr val="000000"/>
                </a:solidFill>
              </a:rPr>
              <a:t>·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马斯登说，他在</a:t>
            </a:r>
            <a:r>
              <a:rPr lang="en-US" altLang="zh-CN" sz="2400">
                <a:solidFill>
                  <a:srgbClr val="000000"/>
                </a:solidFill>
              </a:rPr>
              <a:t>1980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/>
              <a:t> </a:t>
            </a:r>
          </a:p>
        </p:txBody>
      </p:sp>
      <p:pic>
        <p:nvPicPr>
          <p:cNvPr id="1026" name="Picture 2" descr="C:\Program Files (x86)\Microsoft Office\MEDIA\CAGCAT10\j0251301.wmf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457" y="3653637"/>
            <a:ext cx="913486" cy="7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132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太阳系是否存在第十大行星</vt:lpstr>
      <vt:lpstr>冥王星“第九大行星”身份质疑</vt:lpstr>
      <vt:lpstr>美科学家反对开除冥王星“户籍”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16</cp:revision>
  <dcterms:created xsi:type="dcterms:W3CDTF">2005-07-15T01:16:47Z</dcterms:created>
  <dcterms:modified xsi:type="dcterms:W3CDTF">2013-11-22T06:53:25Z</dcterms:modified>
</cp:coreProperties>
</file>