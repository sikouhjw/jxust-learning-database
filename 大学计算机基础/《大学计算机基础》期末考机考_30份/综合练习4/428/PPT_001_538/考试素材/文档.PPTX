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100" d="100"/>
          <a:sy n="100" d="100"/>
        </p:scale>
        <p:origin x="-127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B290B0-6DD0-414A-913B-AD3F254D1A8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1067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74C396-7221-48EC-B27E-A2DFF094A6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9426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BFBEA1-A866-4094-AEC3-480B653718A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5286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FD16D9-6E99-4BEA-9D6B-FED090E5C40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8985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A0378-8DEB-4D99-B7A1-402A46EEF75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2332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EF09C3-1545-4F38-B1C8-FA3ECC2FED7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331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29F8B4-0ADD-4434-B4A3-5EA29C15188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4995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86ED62-958D-44F2-9958-E19ED4C68F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9770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7D1698-F129-4157-A097-6BFB262758A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4783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23A90E-404E-4E33-B298-B54E149A724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0898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0766DB-83C8-4B05-9D4E-7A9633AFD9C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0937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413C0C5-49BB-454D-94FC-8AA3B751990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7309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7018970-0EE2-4683-BC51-47B94668F6D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3262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A1C7119-1716-40E8-A200-6568267A823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endParaRPr lang="zh-CN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zh-CN">
              <a:solidFill>
                <a:srgbClr val="05006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冥王星</a:t>
            </a:r>
            <a:r>
              <a:rPr lang="zh-CN" altLang="en-US">
                <a:solidFill>
                  <a:srgbClr val="000000"/>
                </a:solidFill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第九大行星</a:t>
            </a:r>
            <a:r>
              <a:rPr lang="zh-CN" altLang="en-US">
                <a:solidFill>
                  <a:srgbClr val="000000"/>
                </a:solidFill>
              </a:rPr>
              <a:t>”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身份质疑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如果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齐娜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第十大行星的地位不能被认可，那么对冥王星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第九大行星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身份的质疑也就不会停止。它的直径只有</a:t>
            </a:r>
            <a:r>
              <a:rPr lang="en-US" altLang="zh-CN" sz="2400">
                <a:solidFill>
                  <a:srgbClr val="000000"/>
                </a:solidFill>
              </a:rPr>
              <a:t>2360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公里，比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齐娜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小了将近三分之一。如果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齐娜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被拒，那么按照科学的统一标准，冥王星也理应被扫地出门才算公平。</a:t>
            </a:r>
            <a:r>
              <a:rPr lang="zh-CN" altLang="en-US" sz="2400"/>
              <a:t> 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clipArt" sz="half" idx="1"/>
          </p:nvPr>
        </p:nvSpPr>
        <p:spPr/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924800" cy="1143000"/>
          </a:xfrm>
        </p:spPr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美科学家反对开除冥王星</a:t>
            </a:r>
            <a:r>
              <a:rPr lang="zh-CN" altLang="en-US">
                <a:solidFill>
                  <a:srgbClr val="000000"/>
                </a:solidFill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户籍</a:t>
            </a:r>
            <a:r>
              <a:rPr lang="zh-CN" altLang="en-US">
                <a:solidFill>
                  <a:srgbClr val="000000"/>
                </a:solidFill>
              </a:rPr>
              <a:t>”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美国科学家对任何试图开除冥王星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户籍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的提议都表示强烈反对。英国天文学教授布赖恩</a:t>
            </a:r>
            <a:r>
              <a:rPr lang="en-US" altLang="zh-CN" sz="2400">
                <a:solidFill>
                  <a:srgbClr val="000000"/>
                </a:solidFill>
              </a:rPr>
              <a:t>·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马斯登说，他在</a:t>
            </a:r>
            <a:r>
              <a:rPr lang="en-US" altLang="zh-CN" sz="2400">
                <a:solidFill>
                  <a:srgbClr val="000000"/>
                </a:solidFill>
              </a:rPr>
              <a:t>1980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年的一次会议上提议把冥王星降级为小行星，结果与会的美国天文学家们居然威胁要把他扔到宾馆的游泳池里。</a:t>
            </a:r>
            <a:r>
              <a:rPr lang="zh-CN" altLang="en-US" sz="2400"/>
              <a:t> 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clipArt" sz="half" idx="2"/>
          </p:nvPr>
        </p:nvSpPr>
        <p:spPr/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7" name="Picture 7" descr="D:\Documents and Settings\Administrator.LIU-ZAE2B0JV3F0\My Documents\My Pictures\太阳系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068513"/>
            <a:ext cx="4614863" cy="3189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124</Words>
  <Application>Microsoft Office PowerPoint</Application>
  <PresentationFormat>全屏显示(4:3)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Times New Roman</vt:lpstr>
      <vt:lpstr>宋体</vt:lpstr>
      <vt:lpstr>默认设计模板</vt:lpstr>
      <vt:lpstr>PowerPoint 演示文稿</vt:lpstr>
      <vt:lpstr>冥王星“第九大行星”身份质疑</vt:lpstr>
      <vt:lpstr>美科学家反对开除冥王星“户籍”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nieyuzhen</cp:lastModifiedBy>
  <cp:revision>6</cp:revision>
  <dcterms:created xsi:type="dcterms:W3CDTF">2005-07-15T01:16:47Z</dcterms:created>
  <dcterms:modified xsi:type="dcterms:W3CDTF">2013-03-05T09:02:03Z</dcterms:modified>
</cp:coreProperties>
</file>