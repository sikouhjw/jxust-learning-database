
<file path=[Content_Types].xml><?xml version="1.0" encoding="utf-8"?>
<Types xmlns="http://schemas.openxmlformats.org/package/2006/content-types"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72" autoAdjust="0"/>
    <p:restoredTop sz="90929"/>
  </p:normalViewPr>
  <p:slideViewPr>
    <p:cSldViewPr>
      <p:cViewPr varScale="1">
        <p:scale>
          <a:sx n="70" d="100"/>
          <a:sy n="70" d="100"/>
        </p:scale>
        <p:origin x="-123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E4DCA99-FE2C-46EE-BF90-82083B315920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65D7D-65C6-489D-8D45-85E39421226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F1C6A-BC90-49BF-8FAB-C1BA21D1F2DA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F2F2E-80F7-48A8-8225-B20414ED444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5701-7BA4-4614-82EB-A2565C1EC165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DEE41-2480-48BC-9ACB-91662C15885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F2E98-0B39-4F8A-9259-EC64CD434FE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766E0-8193-4DC1-82C0-28EA63B6CE6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443E0-0716-4087-93CF-8EDC8D4AA3D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D18B7-DCBC-4E14-A75A-2C9500023AA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E872A-31E4-472E-A893-D141BFBF2CB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C8FE31D2-5083-4EF1-8185-1EA4A58F251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24127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481C79EE-0E62-4E48-8729-460C8313202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zh-CN" altLang="en-US" sz="5300" b="1" dirty="0">
                <a:latin typeface="华文仿宋" pitchFamily="2" charset="-122"/>
                <a:ea typeface="华文仿宋" pitchFamily="2" charset="-122"/>
              </a:rPr>
              <a:t>紧急救援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地震海啸灾害</a:t>
            </a:r>
          </a:p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赴泰国救援</a:t>
            </a:r>
          </a:p>
        </p:txBody>
      </p:sp>
      <p:pic>
        <p:nvPicPr>
          <p:cNvPr id="4101" name="Picture 5" descr="C:\Program Files\Common Files\Microsoft Shared\Clipart\cagcat50\PE02364_.wm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4266" y="2802757"/>
            <a:ext cx="965606" cy="79369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099" name="Rectangle 3"/>
          <p:cNvSpPr>
            <a:spLocks noGrp="1" noChangeArrowheads="1"/>
          </p:cNvSpPr>
          <p:nvPr>
            <p:ph type="body" sz="half" idx="2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en-US" altLang="zh-CN" sz="2400"/>
              <a:t>12</a:t>
            </a:r>
            <a:r>
              <a:rPr lang="zh-CN" altLang="en-US" sz="2400"/>
              <a:t>月</a:t>
            </a:r>
            <a:r>
              <a:rPr lang="en-US" altLang="zh-CN" sz="2400"/>
              <a:t>26</a:t>
            </a:r>
            <a:r>
              <a:rPr lang="zh-CN" altLang="en-US" sz="2400"/>
              <a:t>日，震惊世界的地震和海啸突然降临到印度洋周边国家，我国立即组建多支卫生救援队，其中两支赶赴泰国，协助其开展医疗救治和卫生防病工作。</a:t>
            </a:r>
          </a:p>
          <a:p>
            <a:pPr>
              <a:lnSpc>
                <a:spcPct val="90000"/>
              </a:lnSpc>
            </a:pPr>
            <a:r>
              <a:rPr lang="zh-CN" altLang="en-US" sz="2400"/>
              <a:t>第一支卫生救援队由上海</a:t>
            </a:r>
            <a:r>
              <a:rPr lang="en-US" altLang="zh-CN" sz="2400"/>
              <a:t>15</a:t>
            </a:r>
            <a:r>
              <a:rPr lang="zh-CN" altLang="en-US" sz="2400"/>
              <a:t>名创伤专家、翻译组成，另一支卫生救援队由广东卫生厅组建。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主管人员">
  <a:themeElements>
    <a:clrScheme name="主管人员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主管人员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主管人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4</TotalTime>
  <Words>70</Words>
  <Application>Microsoft Office PowerPoint</Application>
  <PresentationFormat>全屏显示(4:3)</PresentationFormat>
  <Paragraphs>5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主管人员</vt:lpstr>
      <vt:lpstr>紧急救援</vt:lpstr>
      <vt:lpstr>赴泰国救援</vt:lpstr>
    </vt:vector>
  </TitlesOfParts>
  <Company>bit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紧急救援</dc:title>
  <dc:creator>liu</dc:creator>
  <cp:lastModifiedBy>YlmF</cp:lastModifiedBy>
  <cp:revision>2</cp:revision>
  <dcterms:created xsi:type="dcterms:W3CDTF">2005-01-01T09:10:09Z</dcterms:created>
  <dcterms:modified xsi:type="dcterms:W3CDTF">2013-08-21T07:16:37Z</dcterms:modified>
</cp:coreProperties>
</file>