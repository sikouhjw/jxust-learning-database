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8382000" cy="6477000"/>
  <p:notesSz cx="6858000" cy="9144000"/>
  <p:defaultTextStyle>
    <a:defPPr>
      <a:defRPr lang="zh-CN"/>
    </a:defPPr>
    <a:lvl1pPr marL="0" algn="l" defTabSz="8490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4510" algn="l" defTabSz="8490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49020" algn="l" defTabSz="8490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3531" algn="l" defTabSz="8490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698041" algn="l" defTabSz="8490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2551" algn="l" defTabSz="8490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47061" algn="l" defTabSz="8490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1571" algn="l" defTabSz="8490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396082" algn="l" defTabSz="84902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666" y="-102"/>
      </p:cViewPr>
      <p:guideLst>
        <p:guide orient="horz" pos="2040"/>
        <p:guide pos="2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8650" y="2012069"/>
            <a:ext cx="7124700" cy="13883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57300" y="3670300"/>
            <a:ext cx="5867400" cy="16552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4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9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73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98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22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71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96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463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902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2120" y="4162073"/>
            <a:ext cx="7124700" cy="1286404"/>
          </a:xfrm>
        </p:spPr>
        <p:txBody>
          <a:bodyPr anchor="t"/>
          <a:lstStyle>
            <a:lvl1pPr algn="l">
              <a:defRPr sz="3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2120" y="2745230"/>
            <a:ext cx="7124700" cy="1416843"/>
          </a:xfrm>
        </p:spPr>
        <p:txBody>
          <a:bodyPr anchor="b"/>
          <a:lstStyle>
            <a:lvl1pPr marL="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1pPr>
            <a:lvl2pPr marL="42451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490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7353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9804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12255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54706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97157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39608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46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19100" y="1511300"/>
            <a:ext cx="3702050" cy="4274521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60850" y="1511300"/>
            <a:ext cx="3702050" cy="4274521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229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19100" y="1449829"/>
            <a:ext cx="3703506" cy="604220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24510" indent="0">
              <a:buNone/>
              <a:defRPr sz="1900" b="1"/>
            </a:lvl2pPr>
            <a:lvl3pPr marL="849020" indent="0">
              <a:buNone/>
              <a:defRPr sz="1700" b="1"/>
            </a:lvl3pPr>
            <a:lvl4pPr marL="1273531" indent="0">
              <a:buNone/>
              <a:defRPr sz="1500" b="1"/>
            </a:lvl4pPr>
            <a:lvl5pPr marL="1698041" indent="0">
              <a:buNone/>
              <a:defRPr sz="1500" b="1"/>
            </a:lvl5pPr>
            <a:lvl6pPr marL="2122551" indent="0">
              <a:buNone/>
              <a:defRPr sz="1500" b="1"/>
            </a:lvl6pPr>
            <a:lvl7pPr marL="2547061" indent="0">
              <a:buNone/>
              <a:defRPr sz="1500" b="1"/>
            </a:lvl7pPr>
            <a:lvl8pPr marL="2971571" indent="0">
              <a:buNone/>
              <a:defRPr sz="1500" b="1"/>
            </a:lvl8pPr>
            <a:lvl9pPr marL="3396082" indent="0">
              <a:buNone/>
              <a:defRPr sz="15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9100" y="2054049"/>
            <a:ext cx="3703506" cy="3731772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257940" y="1449829"/>
            <a:ext cx="3704960" cy="604220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24510" indent="0">
              <a:buNone/>
              <a:defRPr sz="1900" b="1"/>
            </a:lvl2pPr>
            <a:lvl3pPr marL="849020" indent="0">
              <a:buNone/>
              <a:defRPr sz="1700" b="1"/>
            </a:lvl3pPr>
            <a:lvl4pPr marL="1273531" indent="0">
              <a:buNone/>
              <a:defRPr sz="1500" b="1"/>
            </a:lvl4pPr>
            <a:lvl5pPr marL="1698041" indent="0">
              <a:buNone/>
              <a:defRPr sz="1500" b="1"/>
            </a:lvl5pPr>
            <a:lvl6pPr marL="2122551" indent="0">
              <a:buNone/>
              <a:defRPr sz="1500" b="1"/>
            </a:lvl6pPr>
            <a:lvl7pPr marL="2547061" indent="0">
              <a:buNone/>
              <a:defRPr sz="1500" b="1"/>
            </a:lvl7pPr>
            <a:lvl8pPr marL="2971571" indent="0">
              <a:buNone/>
              <a:defRPr sz="1500" b="1"/>
            </a:lvl8pPr>
            <a:lvl9pPr marL="3396082" indent="0">
              <a:buNone/>
              <a:defRPr sz="15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257940" y="2054049"/>
            <a:ext cx="3704960" cy="3731772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128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256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11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101" y="257880"/>
            <a:ext cx="2757620" cy="1097492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77129" y="257881"/>
            <a:ext cx="4685771" cy="5527940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19101" y="1355373"/>
            <a:ext cx="2757620" cy="4430448"/>
          </a:xfrm>
        </p:spPr>
        <p:txBody>
          <a:bodyPr/>
          <a:lstStyle>
            <a:lvl1pPr marL="0" indent="0">
              <a:buNone/>
              <a:defRPr sz="1300"/>
            </a:lvl1pPr>
            <a:lvl2pPr marL="424510" indent="0">
              <a:buNone/>
              <a:defRPr sz="1100"/>
            </a:lvl2pPr>
            <a:lvl3pPr marL="849020" indent="0">
              <a:buNone/>
              <a:defRPr sz="900"/>
            </a:lvl3pPr>
            <a:lvl4pPr marL="1273531" indent="0">
              <a:buNone/>
              <a:defRPr sz="800"/>
            </a:lvl4pPr>
            <a:lvl5pPr marL="1698041" indent="0">
              <a:buNone/>
              <a:defRPr sz="800"/>
            </a:lvl5pPr>
            <a:lvl6pPr marL="2122551" indent="0">
              <a:buNone/>
              <a:defRPr sz="800"/>
            </a:lvl6pPr>
            <a:lvl7pPr marL="2547061" indent="0">
              <a:buNone/>
              <a:defRPr sz="800"/>
            </a:lvl7pPr>
            <a:lvl8pPr marL="2971571" indent="0">
              <a:buNone/>
              <a:defRPr sz="800"/>
            </a:lvl8pPr>
            <a:lvl9pPr marL="3396082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028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42931" y="4533900"/>
            <a:ext cx="5029200" cy="535253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642931" y="578732"/>
            <a:ext cx="5029200" cy="3886200"/>
          </a:xfrm>
        </p:spPr>
        <p:txBody>
          <a:bodyPr/>
          <a:lstStyle>
            <a:lvl1pPr marL="0" indent="0">
              <a:buNone/>
              <a:defRPr sz="3000"/>
            </a:lvl1pPr>
            <a:lvl2pPr marL="424510" indent="0">
              <a:buNone/>
              <a:defRPr sz="2600"/>
            </a:lvl2pPr>
            <a:lvl3pPr marL="849020" indent="0">
              <a:buNone/>
              <a:defRPr sz="2200"/>
            </a:lvl3pPr>
            <a:lvl4pPr marL="1273531" indent="0">
              <a:buNone/>
              <a:defRPr sz="1900"/>
            </a:lvl4pPr>
            <a:lvl5pPr marL="1698041" indent="0">
              <a:buNone/>
              <a:defRPr sz="1900"/>
            </a:lvl5pPr>
            <a:lvl6pPr marL="2122551" indent="0">
              <a:buNone/>
              <a:defRPr sz="1900"/>
            </a:lvl6pPr>
            <a:lvl7pPr marL="2547061" indent="0">
              <a:buNone/>
              <a:defRPr sz="1900"/>
            </a:lvl7pPr>
            <a:lvl8pPr marL="2971571" indent="0">
              <a:buNone/>
              <a:defRPr sz="1900"/>
            </a:lvl8pPr>
            <a:lvl9pPr marL="3396082" indent="0">
              <a:buNone/>
              <a:defRPr sz="19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42931" y="5069153"/>
            <a:ext cx="5029200" cy="760147"/>
          </a:xfrm>
        </p:spPr>
        <p:txBody>
          <a:bodyPr/>
          <a:lstStyle>
            <a:lvl1pPr marL="0" indent="0">
              <a:buNone/>
              <a:defRPr sz="1300"/>
            </a:lvl1pPr>
            <a:lvl2pPr marL="424510" indent="0">
              <a:buNone/>
              <a:defRPr sz="1100"/>
            </a:lvl2pPr>
            <a:lvl3pPr marL="849020" indent="0">
              <a:buNone/>
              <a:defRPr sz="900"/>
            </a:lvl3pPr>
            <a:lvl4pPr marL="1273531" indent="0">
              <a:buNone/>
              <a:defRPr sz="800"/>
            </a:lvl4pPr>
            <a:lvl5pPr marL="1698041" indent="0">
              <a:buNone/>
              <a:defRPr sz="800"/>
            </a:lvl5pPr>
            <a:lvl6pPr marL="2122551" indent="0">
              <a:buNone/>
              <a:defRPr sz="800"/>
            </a:lvl6pPr>
            <a:lvl7pPr marL="2547061" indent="0">
              <a:buNone/>
              <a:defRPr sz="800"/>
            </a:lvl7pPr>
            <a:lvl8pPr marL="2971571" indent="0">
              <a:buNone/>
              <a:defRPr sz="800"/>
            </a:lvl8pPr>
            <a:lvl9pPr marL="3396082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539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06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076950" y="259381"/>
            <a:ext cx="1885950" cy="552644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19100" y="259381"/>
            <a:ext cx="5518150" cy="552644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148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19100" y="259380"/>
            <a:ext cx="7543800" cy="1079500"/>
          </a:xfrm>
          <a:prstGeom prst="rect">
            <a:avLst/>
          </a:prstGeom>
        </p:spPr>
        <p:txBody>
          <a:bodyPr vert="horz" lIns="84902" tIns="42451" rIns="84902" bIns="42451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19100" y="1511300"/>
            <a:ext cx="7543800" cy="4274521"/>
          </a:xfrm>
          <a:prstGeom prst="rect">
            <a:avLst/>
          </a:prstGeom>
        </p:spPr>
        <p:txBody>
          <a:bodyPr vert="horz" lIns="84902" tIns="42451" rIns="84902" bIns="42451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19100" y="6003220"/>
            <a:ext cx="1955800" cy="344840"/>
          </a:xfrm>
          <a:prstGeom prst="rect">
            <a:avLst/>
          </a:prstGeom>
        </p:spPr>
        <p:txBody>
          <a:bodyPr vert="horz" lIns="84902" tIns="42451" rIns="84902" bIns="42451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AC9B3-A21D-471C-930C-094440B369DC}" type="datetimeFigureOut">
              <a:rPr lang="zh-CN" altLang="en-US" smtClean="0"/>
              <a:t>2011-11-9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63850" y="6003220"/>
            <a:ext cx="2654300" cy="344840"/>
          </a:xfrm>
          <a:prstGeom prst="rect">
            <a:avLst/>
          </a:prstGeom>
        </p:spPr>
        <p:txBody>
          <a:bodyPr vert="horz" lIns="84902" tIns="42451" rIns="84902" bIns="42451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007100" y="6003220"/>
            <a:ext cx="1955800" cy="344840"/>
          </a:xfrm>
          <a:prstGeom prst="rect">
            <a:avLst/>
          </a:prstGeom>
        </p:spPr>
        <p:txBody>
          <a:bodyPr vert="horz" lIns="84902" tIns="42451" rIns="84902" bIns="42451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40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49020" rtl="0" eaLnBrk="1" latinLnBrk="0" hangingPunct="1">
        <a:spcBef>
          <a:spcPct val="0"/>
        </a:spcBef>
        <a:buNone/>
        <a:defRPr sz="4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8383" indent="-318383" algn="l" defTabSz="84902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89829" indent="-265319" algn="l" defTabSz="849020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61276" indent="-212255" algn="l" defTabSz="84902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85786" indent="-212255" algn="l" defTabSz="849020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0296" indent="-212255" algn="l" defTabSz="849020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34806" indent="-212255" algn="l" defTabSz="8490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59316" indent="-212255" algn="l" defTabSz="8490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83827" indent="-212255" algn="l" defTabSz="8490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08337" indent="-212255" algn="l" defTabSz="8490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490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24510" algn="l" defTabSz="8490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49020" algn="l" defTabSz="8490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73531" algn="l" defTabSz="8490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98041" algn="l" defTabSz="8490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22551" algn="l" defTabSz="8490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47061" algn="l" defTabSz="8490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71571" algn="l" defTabSz="8490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96082" algn="l" defTabSz="8490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中国大事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2611" y="1470304"/>
            <a:ext cx="4158462" cy="726694"/>
          </a:xfrm>
          <a:prstGeom prst="rect">
            <a:avLst/>
          </a:prstGeom>
          <a:noFill/>
        </p:spPr>
        <p:txBody>
          <a:bodyPr wrap="square" lIns="84902" tIns="42451" rIns="84902" bIns="42451" rtlCol="0">
            <a:spAutoFit/>
          </a:bodyPr>
          <a:lstStyle/>
          <a:p>
            <a:r>
              <a:rPr lang="en-US" altLang="zh-CN" sz="4100" dirty="0"/>
              <a:t>WTO</a:t>
            </a:r>
            <a:endParaRPr lang="zh-CN" altLang="en-US" sz="4100" dirty="0"/>
          </a:p>
        </p:txBody>
      </p:sp>
      <p:pic>
        <p:nvPicPr>
          <p:cNvPr id="1026" name="Picture 2" descr="C:\Program Files\Microsoft Office\MEDIA\CAGCAT10\j0233018.wmf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157" y="2003664"/>
            <a:ext cx="4200900" cy="287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631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1-M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70600" y="5052122"/>
            <a:ext cx="558800" cy="5757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0920" y="382182"/>
            <a:ext cx="679294" cy="4964552"/>
          </a:xfrm>
          <a:prstGeom prst="rect">
            <a:avLst/>
          </a:prstGeom>
          <a:noFill/>
        </p:spPr>
        <p:txBody>
          <a:bodyPr vert="eaVert" wrap="square" lIns="84902" tIns="42451" rIns="84902" bIns="42451" rtlCol="0">
            <a:spAutoFit/>
          </a:bodyPr>
          <a:lstStyle/>
          <a:p>
            <a:r>
              <a:rPr lang="zh-CN" altLang="en-US" sz="3300" b="1" i="1" dirty="0">
                <a:latin typeface="黑体" pitchFamily="2" charset="-122"/>
                <a:ea typeface="黑体" pitchFamily="2" charset="-122"/>
              </a:rPr>
              <a:t>多年的努力终于有了回报</a:t>
            </a:r>
          </a:p>
        </p:txBody>
      </p:sp>
    </p:spTree>
    <p:extLst>
      <p:ext uri="{BB962C8B-B14F-4D97-AF65-F5344CB8AC3E}">
        <p14:creationId xmlns:p14="http://schemas.microsoft.com/office/powerpoint/2010/main" val="256498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67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</Words>
  <Application>Microsoft Office PowerPoint</Application>
  <PresentationFormat>自定义</PresentationFormat>
  <Paragraphs>3</Paragraphs>
  <Slides>2</Slides>
  <Notes>0</Notes>
  <HiddenSlides>0</HiddenSlides>
  <MMClips>1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主题​​</vt:lpstr>
      <vt:lpstr>中国大事</vt:lpstr>
      <vt:lpstr>PowerPoint 演示文稿</vt:lpstr>
    </vt:vector>
  </TitlesOfParts>
  <Company>WwW.YlmF.CoM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雨林木风</dc:creator>
  <cp:lastModifiedBy>雨林木风</cp:lastModifiedBy>
  <cp:revision>4</cp:revision>
  <dcterms:created xsi:type="dcterms:W3CDTF">2011-11-08T05:42:10Z</dcterms:created>
  <dcterms:modified xsi:type="dcterms:W3CDTF">2011-11-09T01:58:05Z</dcterms:modified>
</cp:coreProperties>
</file>