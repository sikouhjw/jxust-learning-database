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65" r:id="rId2"/>
    <p:sldId id="262" r:id="rId3"/>
    <p:sldId id="264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440" y="-3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80E2EEC-7DD3-4654-BFB5-6792520F48F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60867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0C3060-6C6C-4061-B062-8AF82D9998F8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2" name="副标题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4570A1F-F06B-4DF7-A68A-180CACD32834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椭圆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4FA2576-421D-4F7A-BB81-817691573FF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756B371-3984-4D3D-B00F-E6FA70413E67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矩形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E39EB3-A798-413C-995E-EEC4A9839B9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48DCD4-8334-4D98-9A6A-608A6832A3F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3817723-B42D-4E05-BA97-8D24EF59AB3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C74CF23-5C1A-4DEF-9B62-D94ABEC31CF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CEC9B2C-FC5C-4823-8B3F-225B74AF4CE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1639229-D7A6-4A41-A4A2-F5E324BBB68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9" name="流程图: 过程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流程图: 过程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9D86791-1BFB-416C-BE47-6C03047CA6D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0C40850-757B-47DB-BEF1-CA9CB65F923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饼形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同心圆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24" name="日期占位符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endParaRPr lang="en-US" altLang="zh-CN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 altLang="zh-CN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753DFD98-3292-4A1E-A416-44137FAD022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矩形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cover/>
  </p:transition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5400" dirty="0">
                <a:latin typeface="黑体" pitchFamily="2" charset="-122"/>
                <a:ea typeface="黑体" pitchFamily="2" charset="-122"/>
              </a:rPr>
              <a:t>数据库</a:t>
            </a:r>
            <a:r>
              <a:rPr lang="zh-CN" altLang="en-US" sz="5400" dirty="0" smtClean="0">
                <a:latin typeface="黑体" pitchFamily="2" charset="-122"/>
                <a:ea typeface="黑体" pitchFamily="2" charset="-122"/>
              </a:rPr>
              <a:t>原理</a:t>
            </a:r>
            <a:r>
              <a:rPr lang="zh-CN" altLang="en-US" sz="5400" dirty="0">
                <a:latin typeface="黑体" pitchFamily="2" charset="-122"/>
                <a:ea typeface="黑体" pitchFamily="2" charset="-122"/>
              </a:rPr>
              <a:t>与技术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隶书" pitchFamily="49" charset="-122"/>
                <a:ea typeface="隶书" pitchFamily="49" charset="-122"/>
              </a:rPr>
              <a:t>计算机系</a:t>
            </a:r>
          </a:p>
        </p:txBody>
      </p:sp>
    </p:spTree>
    <p:extLst>
      <p:ext uri="{BB962C8B-B14F-4D97-AF65-F5344CB8AC3E}">
        <p14:creationId xmlns:p14="http://schemas.microsoft.com/office/powerpoint/2010/main" val="270114406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</a:rPr>
              <a:t>内容</a:t>
            </a:r>
            <a:endParaRPr lang="zh-CN" alt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752600"/>
            <a:ext cx="7772400" cy="2590800"/>
          </a:xfrm>
        </p:spPr>
        <p:txBody>
          <a:bodyPr/>
          <a:lstStyle/>
          <a:p>
            <a:r>
              <a:rPr lang="zh-CN" altLang="en-US" dirty="0"/>
              <a:t>数据库系统概述</a:t>
            </a:r>
          </a:p>
          <a:p>
            <a:r>
              <a:rPr lang="zh-CN" altLang="en-US" dirty="0"/>
              <a:t>关系数据库系统</a:t>
            </a:r>
          </a:p>
          <a:p>
            <a:r>
              <a:rPr lang="zh-CN" altLang="en-US" dirty="0"/>
              <a:t>数据库的安全性与完整性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信息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信息是指现实世界事物的存在方式或运动状态的反映。具体地说，信息是一种已经被加工为特定形式的数据，这种数据形式对接收者来说是有意义的，而且对当前和将来的决策具有明显的或实际的价值。在信息社会中，信息是一种资源，其重要性可以与物质和能量相提并论，是企业赖以生存和发展所必须的。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夏至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216</TotalTime>
  <Words>102</Words>
  <Application>Microsoft Office PowerPoint</Application>
  <PresentationFormat>全屏显示(4:3)</PresentationFormat>
  <Paragraphs>9</Paragraphs>
  <Slides>3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夏至</vt:lpstr>
      <vt:lpstr>数据库原理与技术</vt:lpstr>
      <vt:lpstr>内容</vt:lpstr>
      <vt:lpstr>信息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数据库原理与技术   602教研室  刘瑞</dc:title>
  <dc:creator>Zhang</dc:creator>
  <cp:lastModifiedBy>YlmF</cp:lastModifiedBy>
  <cp:revision>4</cp:revision>
  <dcterms:created xsi:type="dcterms:W3CDTF">2001-11-24T14:26:06Z</dcterms:created>
  <dcterms:modified xsi:type="dcterms:W3CDTF">2013-08-28T05:05:31Z</dcterms:modified>
</cp:coreProperties>
</file>