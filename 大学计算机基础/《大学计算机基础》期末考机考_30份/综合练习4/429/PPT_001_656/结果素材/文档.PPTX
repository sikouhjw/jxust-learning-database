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804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AECCE2-632F-4969-9110-9EC453ECD044}" type="datetimeFigureOut">
              <a:rPr lang="zh-CN" altLang="en-US" smtClean="0"/>
              <a:t>2015-3-29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0B2F0D-1445-4892-9CCD-C02818D778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4362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标题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C415D-AF15-47C3-B103-94AC9A4C87C5}" type="datetime1">
              <a:rPr lang="zh-CN" altLang="en-US" smtClean="0"/>
              <a:t>2015-3-29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武汉职业技术学院</a:t>
            </a:r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7" name="内容占位符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0D73B-974A-4C1C-BA02-7C5266773C8A}" type="datetime1">
              <a:rPr lang="zh-CN" altLang="en-US" smtClean="0"/>
              <a:t>2015-3-29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r>
              <a:rPr lang="zh-CN" altLang="en-US" smtClean="0"/>
              <a:t>武汉职业技术学院</a:t>
            </a:r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48C72-A070-4CD6-9E44-B06A1875274D}" type="datetime1">
              <a:rPr lang="zh-CN" altLang="en-US" smtClean="0"/>
              <a:t>2015-3-29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武汉职业技术学院</a:t>
            </a:r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1" name="日期占位符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A156E-0340-4948-8CF8-EA906DBA6D14}" type="datetime1">
              <a:rPr lang="zh-CN" altLang="en-US" smtClean="0"/>
              <a:t>2015-3-29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武汉职业技术学院</a:t>
            </a:r>
            <a:endParaRPr lang="zh-CN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8" name="内容占位符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27D11-E11D-42E9-95D6-8058D7889C2E}" type="datetime1">
              <a:rPr lang="zh-CN" altLang="en-US" smtClean="0"/>
              <a:t>2015-3-29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武汉职业技术学院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EF870-0563-4294-8661-814FAF75ECE0}" type="datetime1">
              <a:rPr lang="zh-CN" altLang="en-US" smtClean="0"/>
              <a:t>2015-3-29</a:t>
            </a:fld>
            <a:endParaRPr lang="zh-CN" altLang="en-US"/>
          </a:p>
        </p:txBody>
      </p:sp>
      <p:sp>
        <p:nvSpPr>
          <p:cNvPr id="21" name="页脚占位符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武汉职业技术学院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09AE2-F325-4758-B15F-0847BD33F214}" type="datetime1">
              <a:rPr lang="zh-CN" altLang="en-US" smtClean="0"/>
              <a:t>2015-3-29</a:t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武汉职业技术学院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接连接符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1DCA3-61A1-4C9A-9914-B290FB96078A}" type="datetime1">
              <a:rPr lang="zh-CN" altLang="en-US" smtClean="0"/>
              <a:t>2015-3-29</a:t>
            </a:fld>
            <a:endParaRPr lang="zh-CN" altLang="en-US"/>
          </a:p>
        </p:txBody>
      </p:sp>
      <p:sp>
        <p:nvSpPr>
          <p:cNvPr id="29" name="页脚占位符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武汉职业技术学院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61248-2296-479B-A2A4-CBF736E0E40E}" type="datetime1">
              <a:rPr lang="zh-CN" altLang="en-US" smtClean="0"/>
              <a:t>2015-3-29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武汉职业技术学院</a:t>
            </a:r>
            <a:endParaRPr lang="zh-CN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4E8FB-6B68-4EF0-AC3A-5CE8B89EC5BE}" type="datetime1">
              <a:rPr lang="zh-CN" altLang="en-US" smtClean="0"/>
              <a:t>2015-3-29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武汉职业技术学院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AD3FB-E9DF-444D-B3BE-0D9CC021CED6}" type="datetime1">
              <a:rPr lang="zh-CN" altLang="en-US" smtClean="0"/>
              <a:t>2015-3-29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武汉职业技术学院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2633A23F-2ADA-49A0-8A84-7958A7FE4358}" type="datetime1">
              <a:rPr lang="zh-CN" altLang="en-US" smtClean="0"/>
              <a:t>2015-3-29</a:t>
            </a:fld>
            <a:endParaRPr lang="zh-CN" altLang="en-US"/>
          </a:p>
        </p:txBody>
      </p:sp>
      <p:sp>
        <p:nvSpPr>
          <p:cNvPr id="28" name="页脚占位符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r>
              <a:rPr lang="zh-CN" altLang="en-US" smtClean="0"/>
              <a:t>武汉职业技术学院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占位符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直接连接符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6.jpg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苹果产品展示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武汉职业技术学院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1</a:t>
            </a:fld>
            <a:endParaRPr lang="zh-CN" altLang="en-US"/>
          </a:p>
        </p:txBody>
      </p:sp>
      <p:pic>
        <p:nvPicPr>
          <p:cNvPr id="6" name="打字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67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24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iPhone</a:t>
            </a:r>
            <a:r>
              <a:rPr lang="zh-CN" altLang="en-US" dirty="0"/>
              <a:t>在售产品线</a:t>
            </a:r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604242"/>
            <a:ext cx="2266950" cy="4429125"/>
          </a:xfr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武汉职业技术学院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1623663"/>
            <a:ext cx="1905000" cy="39909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1628800"/>
            <a:ext cx="1638300" cy="3600450"/>
          </a:xfrm>
          <a:prstGeom prst="rect">
            <a:avLst/>
          </a:prstGeom>
        </p:spPr>
      </p:pic>
      <p:pic>
        <p:nvPicPr>
          <p:cNvPr id="10" name="照相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828631" y="556805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124762"/>
      </p:ext>
    </p:extLst>
  </p:cSld>
  <p:clrMapOvr>
    <a:masterClrMapping/>
  </p:clrMapOvr>
  <p:transition spd="slow">
    <p:wipe/>
    <p:sndAc>
      <p:stSnd>
        <p:snd r:embed="rId4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audio>
              <p:cMediaNode vol="80000">
                <p:cTn id="7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跋涉">
  <a:themeElements>
    <a:clrScheme name="跋涉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跋涉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跋涉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11</TotalTime>
  <Words>18</Words>
  <Application>Microsoft Office PowerPoint</Application>
  <PresentationFormat>全屏显示(4:3)</PresentationFormat>
  <Paragraphs>6</Paragraphs>
  <Slides>2</Slides>
  <Notes>0</Notes>
  <HiddenSlides>0</HiddenSlides>
  <MMClips>2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跋涉</vt:lpstr>
      <vt:lpstr>苹果产品展示</vt:lpstr>
      <vt:lpstr>iPhone在售产品线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Wuy</cp:lastModifiedBy>
  <cp:revision>2</cp:revision>
  <dcterms:created xsi:type="dcterms:W3CDTF">2015-03-20T02:20:56Z</dcterms:created>
  <dcterms:modified xsi:type="dcterms:W3CDTF">2015-03-29T05:27:55Z</dcterms:modified>
</cp:coreProperties>
</file>