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8" d="100"/>
          <a:sy n="38" d="100"/>
        </p:scale>
        <p:origin x="-190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2015/3/20 Friday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669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2015/3/20 Friday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294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2015/3/20 Friday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668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2015/3/20 Friday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976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2015/3/20 Friday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249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2015/3/20 Friday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182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2015/3/20 Friday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51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2015/3/20 Friday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544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2015/3/20 Friday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0339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2015/3/20 Friday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598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2015/3/20 Friday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583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5166D-CF51-49A8-9C66-1286B5C72987}" type="datetimeFigureOut">
              <a:rPr lang="zh-CN" altLang="en-US" smtClean="0"/>
              <a:t>2015/3/20 Friday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294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24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主题​​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1</cp:revision>
  <dcterms:created xsi:type="dcterms:W3CDTF">2015-03-20T02:20:56Z</dcterms:created>
  <dcterms:modified xsi:type="dcterms:W3CDTF">2015-03-20T02:21:16Z</dcterms:modified>
</cp:coreProperties>
</file>