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70" d="100"/>
          <a:sy n="70" d="100"/>
        </p:scale>
        <p:origin x="-94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7FCF96-8CBB-402D-A8DF-5F8B8F41D3A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310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002FE7-57FC-446F-B02F-9279B3EA555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5862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80564E-F434-4CE6-A23B-A1B25D8E731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3293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7E0EED-4D10-4148-8CB7-3FF58C3EE4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01728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DBE925-5BA6-4EA3-9340-DCDD03706E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5051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18A4BA-40C8-4E73-ADAE-9161C7384F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0639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EBF65-3F21-43FE-B04B-76B5978D6D6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68430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95F986-AA14-482A-AA6C-3B1AAC9A936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87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F77A54-E55E-4BAB-B9BF-4A589EDC7C8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34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E50EE-6D59-4280-9222-6BFE6EF246C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72743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FC2EF-8574-49D5-AAFE-4DF5BCB7F65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39054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VertTx" preserve="1">
  <p:cSld name="标题，剪贴画与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竖排文字占位符 3"/>
          <p:cNvSpPr>
            <a:spLocks noGrp="1"/>
          </p:cNvSpPr>
          <p:nvPr>
            <p:ph type="body" orient="vert" sz="half" idx="2"/>
          </p:nvPr>
        </p:nvSpPr>
        <p:spPr>
          <a:xfrm>
            <a:off x="4648200" y="1981200"/>
            <a:ext cx="3810000" cy="4114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BA7B853-7970-401F-817E-A3EBD93668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4411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A2A9117-CA4D-4657-831D-9F92B044327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endParaRPr lang="zh-CN" altLang="zh-CN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latin typeface="宋体" pitchFamily="2" charset="-122"/>
              </a:rPr>
              <a:t>发现号航天飞机发射推迟</a:t>
            </a:r>
          </a:p>
        </p:txBody>
      </p:sp>
      <p:sp>
        <p:nvSpPr>
          <p:cNvPr id="2059" name="Rectangle 11"/>
          <p:cNvSpPr>
            <a:spLocks noGrp="1" noChangeArrowheads="1"/>
          </p:cNvSpPr>
          <p:nvPr>
            <p:ph type="body" orient="vert" sz="half" idx="2"/>
          </p:nvPr>
        </p:nvSpPr>
        <p:spPr/>
        <p:txBody>
          <a:bodyPr/>
          <a:lstStyle/>
          <a:p>
            <a:r>
              <a:rPr lang="zh-CN" altLang="en-US" sz="2800">
                <a:latin typeface="宋体" pitchFamily="2" charset="-122"/>
              </a:rPr>
              <a:t>北京时间</a:t>
            </a:r>
            <a:r>
              <a:rPr lang="en-US" altLang="zh-CN" sz="2800"/>
              <a:t>7</a:t>
            </a:r>
            <a:r>
              <a:rPr lang="zh-CN" altLang="en-US" sz="2800">
                <a:latin typeface="宋体" pitchFamily="2" charset="-122"/>
              </a:rPr>
              <a:t>月</a:t>
            </a:r>
            <a:r>
              <a:rPr lang="en-US" altLang="zh-CN" sz="2800"/>
              <a:t>14</a:t>
            </a:r>
            <a:r>
              <a:rPr lang="zh-CN" altLang="en-US" sz="2800">
                <a:latin typeface="宋体" pitchFamily="2" charset="-122"/>
              </a:rPr>
              <a:t>日</a:t>
            </a:r>
            <a:r>
              <a:rPr lang="en-US" altLang="zh-CN" sz="2800"/>
              <a:t>01:39(</a:t>
            </a:r>
            <a:r>
              <a:rPr lang="zh-CN" altLang="en-US" sz="2800">
                <a:latin typeface="宋体" pitchFamily="2" charset="-122"/>
              </a:rPr>
              <a:t>美国东部时间</a:t>
            </a:r>
            <a:r>
              <a:rPr lang="en-US" altLang="zh-CN" sz="2800"/>
              <a:t>7</a:t>
            </a:r>
            <a:r>
              <a:rPr lang="zh-CN" altLang="en-US" sz="2800">
                <a:latin typeface="宋体" pitchFamily="2" charset="-122"/>
              </a:rPr>
              <a:t>月</a:t>
            </a:r>
            <a:r>
              <a:rPr lang="en-US" altLang="zh-CN" sz="2800"/>
              <a:t>13</a:t>
            </a:r>
            <a:r>
              <a:rPr lang="zh-CN" altLang="en-US" sz="2800">
                <a:latin typeface="宋体" pitchFamily="2" charset="-122"/>
              </a:rPr>
              <a:t>日</a:t>
            </a:r>
            <a:r>
              <a:rPr lang="en-US" altLang="zh-CN" sz="2800"/>
              <a:t>13:39)</a:t>
            </a:r>
            <a:r>
              <a:rPr lang="zh-CN" altLang="en-US" sz="2800">
                <a:latin typeface="宋体" pitchFamily="2" charset="-122"/>
              </a:rPr>
              <a:t>，美国宇航局宣布推迟发现号航天飞机发射，原因是发现航天飞机的燃料传感器存在故障。</a:t>
            </a:r>
            <a:r>
              <a:rPr lang="zh-CN" altLang="en-US" sz="2800"/>
              <a:t> 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3319463" y="2486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924944"/>
            <a:ext cx="21875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40</Words>
  <Application>Microsoft Office PowerPoint</Application>
  <PresentationFormat>全屏显示(4:3)</PresentationFormat>
  <Paragraphs>2</Paragraphs>
  <Slides>2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默认设计模板</vt:lpstr>
      <vt:lpstr>PowerPoint 演示文稿</vt:lpstr>
      <vt:lpstr>发现号航天飞机发射推迟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liu</dc:creator>
  <cp:lastModifiedBy>YlmF</cp:lastModifiedBy>
  <cp:revision>3</cp:revision>
  <dcterms:created xsi:type="dcterms:W3CDTF">2005-07-14T07:22:30Z</dcterms:created>
  <dcterms:modified xsi:type="dcterms:W3CDTF">2013-08-20T03:24:43Z</dcterms:modified>
</cp:coreProperties>
</file>