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8763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828" y="-108"/>
      </p:cViewPr>
      <p:guideLst>
        <p:guide orient="horz" pos="2160"/>
        <p:guide pos="2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11175" y="1371600"/>
            <a:ext cx="7524496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11175" y="3228536"/>
            <a:ext cx="7527417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D2402-292F-4193-B4FB-001E27524B6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34020-915B-4DDC-A8C5-BE647DA4362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254" y="1316736"/>
            <a:ext cx="744855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254" y="2704664"/>
            <a:ext cx="744855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E97DC-2363-411C-9C71-13A819D2B73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50" y="704088"/>
            <a:ext cx="78867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8150" y="1920085"/>
            <a:ext cx="3870325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54525" y="1920085"/>
            <a:ext cx="3870325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66A4-F0C6-48E5-B426-3DEEC615F97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50" y="704088"/>
            <a:ext cx="78867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8150" y="1855248"/>
            <a:ext cx="387184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451483" y="1859758"/>
            <a:ext cx="3873368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38150" y="2514600"/>
            <a:ext cx="387184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51483" y="2514600"/>
            <a:ext cx="387336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B2D5-BCEE-4B6A-967F-6B70CDD5797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50" y="704088"/>
            <a:ext cx="7959725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78216-C6AD-4850-B02F-04E45D7BDFC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5C1F5-2EF1-4CA1-B98A-964685F599D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514352"/>
            <a:ext cx="26289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57225" y="1676400"/>
            <a:ext cx="26289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6090" y="1676400"/>
            <a:ext cx="489876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03489-06F5-44A3-B4B0-6122CE877E4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033847" y="1108077"/>
            <a:ext cx="5038725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7670628" y="5359769"/>
            <a:ext cx="148971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0" y="1176997"/>
            <a:ext cx="2120646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4200" y="2828785"/>
            <a:ext cx="2117725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40650" y="6356351"/>
            <a:ext cx="584200" cy="365125"/>
          </a:xfrm>
        </p:spPr>
        <p:txBody>
          <a:bodyPr/>
          <a:lstStyle/>
          <a:p>
            <a:fld id="{64DC98D7-ED30-4C3B-8EC9-5620DAC6849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340552" y="1199517"/>
            <a:ext cx="4425315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128" y="5816600"/>
            <a:ext cx="8781256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198937" y="6219826"/>
            <a:ext cx="4564063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AC44-2702-48E9-A5E8-2A8D67A3AFB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3175" y="914402"/>
            <a:ext cx="1971675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8150" y="914402"/>
            <a:ext cx="5768975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853B-8790-4353-855E-20F4151DC5C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128" y="-7144"/>
            <a:ext cx="8781256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198937" y="-7144"/>
            <a:ext cx="4564063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38150" y="704088"/>
            <a:ext cx="78867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38150" y="1935480"/>
            <a:ext cx="78867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38150" y="6356351"/>
            <a:ext cx="20447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555875" y="6356351"/>
            <a:ext cx="32131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594600" y="6356351"/>
            <a:ext cx="73025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4DFC237-0236-4498-9DE0-E0149308486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2" name="Group 1"/>
          <p:cNvGrpSpPr/>
          <p:nvPr/>
        </p:nvGrpSpPr>
        <p:grpSpPr>
          <a:xfrm>
            <a:off x="-18225" y="202408"/>
            <a:ext cx="8798025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8822" y="742576"/>
            <a:ext cx="5934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 smtClean="0">
                <a:latin typeface="华文细黑" pitchFamily="2" charset="-122"/>
                <a:ea typeface="华文细黑" pitchFamily="2" charset="-122"/>
              </a:rPr>
              <a:t>中华人民共和国</a:t>
            </a:r>
            <a:endParaRPr lang="zh-CN" altLang="en-US" sz="6000" b="1" dirty="0"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4" name="动作按钮: 前进或下一项 3">
            <a:hlinkClick r:id="" action="ppaction://hlinkshowjump?jump=nextslide" highlightClick="1"/>
          </p:cNvPr>
          <p:cNvSpPr/>
          <p:nvPr/>
        </p:nvSpPr>
        <p:spPr bwMode="auto">
          <a:xfrm>
            <a:off x="5002569" y="3861048"/>
            <a:ext cx="1587176" cy="720080"/>
          </a:xfrm>
          <a:prstGeom prst="actionButtonForwardNex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42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Microsoft Office\MEDIA\CAGCAT10\j0332268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370" y="2204864"/>
            <a:ext cx="1533525" cy="180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53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</TotalTime>
  <Words>1</Words>
  <Application>Microsoft Office PowerPoint</Application>
  <PresentationFormat>自定义</PresentationFormat>
  <Paragraphs>1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流畅</vt:lpstr>
      <vt:lpstr>PowerPoint 演示文稿</vt:lpstr>
      <vt:lpstr>PowerPoint 演示文稿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lhc</dc:creator>
  <cp:lastModifiedBy>wwjt</cp:lastModifiedBy>
  <cp:revision>4</cp:revision>
  <dcterms:created xsi:type="dcterms:W3CDTF">2002-10-26T03:05:01Z</dcterms:created>
  <dcterms:modified xsi:type="dcterms:W3CDTF">2012-04-10T01:01:25Z</dcterms:modified>
</cp:coreProperties>
</file>