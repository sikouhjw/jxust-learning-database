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38" d="100"/>
          <a:sy n="38" d="100"/>
        </p:scale>
        <p:origin x="-828" y="-10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viewProps" Target="viewProps.xml"/><Relationship Id="rId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5" Type="http://schemas.openxmlformats.org/officeDocument/2006/relationships/tableStyles" Target="tableStyles.xml"/><Relationship Id="rId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B0D2402-292F-4193-B4FB-001E27524B66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B134020-915B-4DDC-A8C5-BE647DA43625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D8E97DC-2363-411C-9C71-13A819D2B73F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DF766A4-F0C6-48E5-B426-3DEEC615F977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6C2B2D5-BCEE-4B6A-967F-6B70CDD57976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0478216-C6AD-4850-B02F-04E45D7BDFCB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FF5C1F5-2EF1-4CA1-B98A-964685F599DC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9903489-06F5-44A3-B4B0-6122CE877E46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4DC98D7-ED30-4C3B-8EC9-5620DAC68492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E7CAC44-2702-48E9-A5E8-2A8D67A3AFB2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235853B-8790-4353-855E-20F4151DC5C3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44DFC237-0236-4498-9DE0-E0149308486E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charset="-122"/>
        </a:defRPr>
      </a:lvl2pPr>
      <a:lvl3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charset="-122"/>
        </a:defRPr>
      </a:lvl3pPr>
      <a:lvl4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charset="-122"/>
        </a:defRPr>
      </a:lvl4pPr>
      <a:lvl5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默认设计模板">
  <a:themeElements>
    <a:clrScheme name="默认设计模板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charset="0"/>
            <a:ea typeface="宋体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charset="0"/>
            <a:ea typeface="宋体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全屏显示(4:3)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0</vt:i4>
      </vt:variant>
    </vt:vector>
  </HeadingPairs>
  <TitlesOfParts>
    <vt:vector size="1" baseType="lpstr">
      <vt:lpstr>默认设计模板</vt:lpstr>
    </vt:vector>
  </TitlesOfParts>
  <Company>wwjt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lhc</dc:creator>
  <cp:lastModifiedBy>wwjt</cp:lastModifiedBy>
  <cp:revision>1</cp:revision>
  <dcterms:created xsi:type="dcterms:W3CDTF">2002-10-26T03:05:01Z</dcterms:created>
  <dcterms:modified xsi:type="dcterms:W3CDTF">2012-04-01T01:48:57Z</dcterms:modified>
</cp:coreProperties>
</file>