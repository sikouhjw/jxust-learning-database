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8" r:id="rId3"/>
    <p:sldId id="257" r:id="rId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111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618" name="Group 2"/>
          <p:cNvGrpSpPr>
            <a:grpSpLocks/>
          </p:cNvGrpSpPr>
          <p:nvPr/>
        </p:nvGrpSpPr>
        <p:grpSpPr bwMode="auto">
          <a:xfrm>
            <a:off x="0" y="6350"/>
            <a:ext cx="9140825" cy="6851650"/>
            <a:chOff x="0" y="4"/>
            <a:chExt cx="5758" cy="4316"/>
          </a:xfrm>
        </p:grpSpPr>
        <p:grpSp>
          <p:nvGrpSpPr>
            <p:cNvPr id="111619" name="Group 3"/>
            <p:cNvGrpSpPr>
              <a:grpSpLocks/>
            </p:cNvGrpSpPr>
            <p:nvPr/>
          </p:nvGrpSpPr>
          <p:grpSpPr bwMode="auto">
            <a:xfrm>
              <a:off x="0" y="1161"/>
              <a:ext cx="5758" cy="3159"/>
              <a:chOff x="0" y="1161"/>
              <a:chExt cx="5758" cy="3159"/>
            </a:xfrm>
          </p:grpSpPr>
          <p:sp>
            <p:nvSpPr>
              <p:cNvPr id="111620" name="Freeform 4"/>
              <p:cNvSpPr>
                <a:spLocks/>
              </p:cNvSpPr>
              <p:nvPr/>
            </p:nvSpPr>
            <p:spPr bwMode="hidden">
              <a:xfrm>
                <a:off x="558" y="1161"/>
                <a:ext cx="5200" cy="3159"/>
              </a:xfrm>
              <a:custGeom>
                <a:avLst/>
                <a:gdLst>
                  <a:gd name="T0" fmla="*/ 0 w 5184"/>
                  <a:gd name="T1" fmla="*/ 3159 h 3159"/>
                  <a:gd name="T2" fmla="*/ 5184 w 5184"/>
                  <a:gd name="T3" fmla="*/ 3159 h 3159"/>
                  <a:gd name="T4" fmla="*/ 5184 w 5184"/>
                  <a:gd name="T5" fmla="*/ 0 h 3159"/>
                  <a:gd name="T6" fmla="*/ 0 w 5184"/>
                  <a:gd name="T7" fmla="*/ 0 h 3159"/>
                  <a:gd name="T8" fmla="*/ 0 w 5184"/>
                  <a:gd name="T9" fmla="*/ 3159 h 3159"/>
                  <a:gd name="T10" fmla="*/ 0 w 5184"/>
                  <a:gd name="T11" fmla="*/ 3159 h 3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84" h="3159">
                    <a:moveTo>
                      <a:pt x="0" y="3159"/>
                    </a:moveTo>
                    <a:lnTo>
                      <a:pt x="5184" y="3159"/>
                    </a:lnTo>
                    <a:lnTo>
                      <a:pt x="5184" y="0"/>
                    </a:lnTo>
                    <a:lnTo>
                      <a:pt x="0" y="0"/>
                    </a:lnTo>
                    <a:lnTo>
                      <a:pt x="0" y="3159"/>
                    </a:lnTo>
                    <a:lnTo>
                      <a:pt x="0" y="3159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1" name="Freeform 5"/>
              <p:cNvSpPr>
                <a:spLocks/>
              </p:cNvSpPr>
              <p:nvPr/>
            </p:nvSpPr>
            <p:spPr bwMode="hidden">
              <a:xfrm>
                <a:off x="0" y="1161"/>
                <a:ext cx="558" cy="3159"/>
              </a:xfrm>
              <a:custGeom>
                <a:avLst/>
                <a:gdLst>
                  <a:gd name="T0" fmla="*/ 0 w 556"/>
                  <a:gd name="T1" fmla="*/ 0 h 3159"/>
                  <a:gd name="T2" fmla="*/ 0 w 556"/>
                  <a:gd name="T3" fmla="*/ 3159 h 3159"/>
                  <a:gd name="T4" fmla="*/ 556 w 556"/>
                  <a:gd name="T5" fmla="*/ 3159 h 3159"/>
                  <a:gd name="T6" fmla="*/ 556 w 556"/>
                  <a:gd name="T7" fmla="*/ 0 h 3159"/>
                  <a:gd name="T8" fmla="*/ 0 w 556"/>
                  <a:gd name="T9" fmla="*/ 0 h 3159"/>
                  <a:gd name="T10" fmla="*/ 0 w 556"/>
                  <a:gd name="T11" fmla="*/ 0 h 3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56" h="3159">
                    <a:moveTo>
                      <a:pt x="0" y="0"/>
                    </a:moveTo>
                    <a:lnTo>
                      <a:pt x="0" y="3159"/>
                    </a:lnTo>
                    <a:lnTo>
                      <a:pt x="556" y="3159"/>
                    </a:lnTo>
                    <a:lnTo>
                      <a:pt x="556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1622" name="Freeform 6"/>
            <p:cNvSpPr>
              <a:spLocks/>
            </p:cNvSpPr>
            <p:nvPr/>
          </p:nvSpPr>
          <p:spPr bwMode="ltGray">
            <a:xfrm>
              <a:off x="552" y="951"/>
              <a:ext cx="12" cy="420"/>
            </a:xfrm>
            <a:custGeom>
              <a:avLst/>
              <a:gdLst>
                <a:gd name="T0" fmla="*/ 0 w 12"/>
                <a:gd name="T1" fmla="*/ 0 h 420"/>
                <a:gd name="T2" fmla="*/ 0 w 12"/>
                <a:gd name="T3" fmla="*/ 420 h 420"/>
                <a:gd name="T4" fmla="*/ 12 w 12"/>
                <a:gd name="T5" fmla="*/ 420 h 420"/>
                <a:gd name="T6" fmla="*/ 12 w 12"/>
                <a:gd name="T7" fmla="*/ 0 h 420"/>
                <a:gd name="T8" fmla="*/ 0 w 12"/>
                <a:gd name="T9" fmla="*/ 0 h 420"/>
                <a:gd name="T10" fmla="*/ 0 w 12"/>
                <a:gd name="T11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420">
                  <a:moveTo>
                    <a:pt x="0" y="0"/>
                  </a:moveTo>
                  <a:lnTo>
                    <a:pt x="0" y="420"/>
                  </a:lnTo>
                  <a:lnTo>
                    <a:pt x="12" y="42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50000">
                  <a:schemeClr val="hlink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623" name="Freeform 7"/>
            <p:cNvSpPr>
              <a:spLocks/>
            </p:cNvSpPr>
            <p:nvPr/>
          </p:nvSpPr>
          <p:spPr bwMode="ltGray">
            <a:xfrm>
              <a:off x="767" y="1155"/>
              <a:ext cx="252" cy="12"/>
            </a:xfrm>
            <a:custGeom>
              <a:avLst/>
              <a:gdLst>
                <a:gd name="T0" fmla="*/ 251 w 251"/>
                <a:gd name="T1" fmla="*/ 0 h 12"/>
                <a:gd name="T2" fmla="*/ 0 w 251"/>
                <a:gd name="T3" fmla="*/ 0 h 12"/>
                <a:gd name="T4" fmla="*/ 0 w 251"/>
                <a:gd name="T5" fmla="*/ 12 h 12"/>
                <a:gd name="T6" fmla="*/ 251 w 251"/>
                <a:gd name="T7" fmla="*/ 12 h 12"/>
                <a:gd name="T8" fmla="*/ 251 w 251"/>
                <a:gd name="T9" fmla="*/ 0 h 12"/>
                <a:gd name="T10" fmla="*/ 251 w 251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" h="12">
                  <a:moveTo>
                    <a:pt x="251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lnTo>
                    <a:pt x="251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624" name="Freeform 8"/>
            <p:cNvSpPr>
              <a:spLocks/>
            </p:cNvSpPr>
            <p:nvPr/>
          </p:nvSpPr>
          <p:spPr bwMode="ltGray">
            <a:xfrm>
              <a:off x="0" y="1155"/>
              <a:ext cx="351" cy="12"/>
            </a:xfrm>
            <a:custGeom>
              <a:avLst/>
              <a:gdLst>
                <a:gd name="T0" fmla="*/ 0 w 251"/>
                <a:gd name="T1" fmla="*/ 0 h 12"/>
                <a:gd name="T2" fmla="*/ 0 w 251"/>
                <a:gd name="T3" fmla="*/ 12 h 12"/>
                <a:gd name="T4" fmla="*/ 251 w 251"/>
                <a:gd name="T5" fmla="*/ 12 h 12"/>
                <a:gd name="T6" fmla="*/ 251 w 251"/>
                <a:gd name="T7" fmla="*/ 0 h 12"/>
                <a:gd name="T8" fmla="*/ 0 w 251"/>
                <a:gd name="T9" fmla="*/ 0 h 12"/>
                <a:gd name="T10" fmla="*/ 0 w 251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" h="12">
                  <a:moveTo>
                    <a:pt x="0" y="0"/>
                  </a:move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1625" name="Group 9"/>
            <p:cNvGrpSpPr>
              <a:grpSpLocks/>
            </p:cNvGrpSpPr>
            <p:nvPr/>
          </p:nvGrpSpPr>
          <p:grpSpPr bwMode="auto">
            <a:xfrm>
              <a:off x="348" y="4"/>
              <a:ext cx="5410" cy="4316"/>
              <a:chOff x="348" y="4"/>
              <a:chExt cx="5410" cy="4316"/>
            </a:xfrm>
          </p:grpSpPr>
          <p:sp>
            <p:nvSpPr>
              <p:cNvPr id="111626" name="Freeform 10"/>
              <p:cNvSpPr>
                <a:spLocks/>
              </p:cNvSpPr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>
                  <a:gd name="T0" fmla="*/ 12 w 12"/>
                  <a:gd name="T1" fmla="*/ 0 h 695"/>
                  <a:gd name="T2" fmla="*/ 0 w 12"/>
                  <a:gd name="T3" fmla="*/ 0 h 695"/>
                  <a:gd name="T4" fmla="*/ 0 w 12"/>
                  <a:gd name="T5" fmla="*/ 695 h 695"/>
                  <a:gd name="T6" fmla="*/ 12 w 12"/>
                  <a:gd name="T7" fmla="*/ 695 h 695"/>
                  <a:gd name="T8" fmla="*/ 12 w 12"/>
                  <a:gd name="T9" fmla="*/ 0 h 695"/>
                  <a:gd name="T10" fmla="*/ 12 w 12"/>
                  <a:gd name="T11" fmla="*/ 0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7" name="Freeform 11"/>
              <p:cNvSpPr>
                <a:spLocks/>
              </p:cNvSpPr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>
                  <a:gd name="T0" fmla="*/ 0 w 12"/>
                  <a:gd name="T1" fmla="*/ 2697 h 2697"/>
                  <a:gd name="T2" fmla="*/ 12 w 12"/>
                  <a:gd name="T3" fmla="*/ 2697 h 2697"/>
                  <a:gd name="T4" fmla="*/ 12 w 12"/>
                  <a:gd name="T5" fmla="*/ 0 h 2697"/>
                  <a:gd name="T6" fmla="*/ 0 w 12"/>
                  <a:gd name="T7" fmla="*/ 0 h 2697"/>
                  <a:gd name="T8" fmla="*/ 0 w 12"/>
                  <a:gd name="T9" fmla="*/ 2697 h 2697"/>
                  <a:gd name="T10" fmla="*/ 0 w 12"/>
                  <a:gd name="T11" fmla="*/ 2697 h 26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8" name="Freeform 12"/>
              <p:cNvSpPr>
                <a:spLocks/>
              </p:cNvSpPr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>
                  <a:gd name="T0" fmla="*/ 4724 w 4724"/>
                  <a:gd name="T1" fmla="*/ 0 h 12"/>
                  <a:gd name="T2" fmla="*/ 0 w 4724"/>
                  <a:gd name="T3" fmla="*/ 0 h 12"/>
                  <a:gd name="T4" fmla="*/ 0 w 4724"/>
                  <a:gd name="T5" fmla="*/ 12 h 12"/>
                  <a:gd name="T6" fmla="*/ 4724 w 4724"/>
                  <a:gd name="T7" fmla="*/ 12 h 12"/>
                  <a:gd name="T8" fmla="*/ 4724 w 4724"/>
                  <a:gd name="T9" fmla="*/ 0 h 12"/>
                  <a:gd name="T10" fmla="*/ 4724 w 4724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9" name="Freeform 13"/>
              <p:cNvSpPr>
                <a:spLocks/>
              </p:cNvSpPr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>
                  <a:gd name="T0" fmla="*/ 0 w 12"/>
                  <a:gd name="T1" fmla="*/ 252 h 252"/>
                  <a:gd name="T2" fmla="*/ 12 w 12"/>
                  <a:gd name="T3" fmla="*/ 252 h 252"/>
                  <a:gd name="T4" fmla="*/ 12 w 12"/>
                  <a:gd name="T5" fmla="*/ 0 h 252"/>
                  <a:gd name="T6" fmla="*/ 0 w 12"/>
                  <a:gd name="T7" fmla="*/ 0 h 252"/>
                  <a:gd name="T8" fmla="*/ 0 w 12"/>
                  <a:gd name="T9" fmla="*/ 252 h 252"/>
                  <a:gd name="T10" fmla="*/ 0 w 12"/>
                  <a:gd name="T11" fmla="*/ 252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30" name="Freeform 14"/>
              <p:cNvSpPr>
                <a:spLocks/>
              </p:cNvSpPr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>
                  <a:gd name="T0" fmla="*/ 12 w 12"/>
                  <a:gd name="T1" fmla="*/ 0 h 252"/>
                  <a:gd name="T2" fmla="*/ 0 w 12"/>
                  <a:gd name="T3" fmla="*/ 0 h 252"/>
                  <a:gd name="T4" fmla="*/ 0 w 12"/>
                  <a:gd name="T5" fmla="*/ 252 h 252"/>
                  <a:gd name="T6" fmla="*/ 12 w 12"/>
                  <a:gd name="T7" fmla="*/ 252 h 252"/>
                  <a:gd name="T8" fmla="*/ 12 w 12"/>
                  <a:gd name="T9" fmla="*/ 0 h 252"/>
                  <a:gd name="T10" fmla="*/ 12 w 12"/>
                  <a:gd name="T11" fmla="*/ 0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31" name="Freeform 15"/>
              <p:cNvSpPr>
                <a:spLocks/>
              </p:cNvSpPr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11632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066800" y="1997075"/>
            <a:ext cx="7086600" cy="1431925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111633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066800" y="3886200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111634" name="Rectangle 18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11635" name="Rectangle 19"/>
          <p:cNvSpPr>
            <a:spLocks noGrp="1" noChangeArrowheads="1"/>
          </p:cNvSpPr>
          <p:nvPr>
            <p:ph type="ftr" sz="quarter" idx="3"/>
          </p:nvPr>
        </p:nvSpPr>
        <p:spPr>
          <a:xfrm>
            <a:off x="33528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11636" name="Rectangle 20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26814954-C77B-48A2-9218-CCD55C0D934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27F586-F80B-4E7D-8E9D-D1BD09D3C12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70966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E5DD06-AC7A-4D3F-AAC1-8C724963DA5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4321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066800" y="1981200"/>
            <a:ext cx="36957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14900" y="1981200"/>
            <a:ext cx="36957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EE4467-4474-4EFD-B338-7B1F46832DA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12300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FB0C27-E603-463F-BB07-9E6D7462BF6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09784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E94F18-5B49-4EC8-B5F4-5E86673C73B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87700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798DCD-04BD-4592-AC87-483E2AE57DB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43946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983D65-E80B-4075-8122-C9A121691E3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16336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DC2CDB-63C2-4D23-95FD-0AC0F67A46C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10529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85A68D-801F-4A01-9D0E-F348BAC5C81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5116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24650" y="304800"/>
            <a:ext cx="1885950" cy="5791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066800" y="304800"/>
            <a:ext cx="5505450" cy="5791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CAB148-006A-4328-9F7B-5EE5BDE7B29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443522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594" name="Group 2"/>
          <p:cNvGrpSpPr>
            <a:grpSpLocks/>
          </p:cNvGrpSpPr>
          <p:nvPr/>
        </p:nvGrpSpPr>
        <p:grpSpPr bwMode="auto">
          <a:xfrm>
            <a:off x="0" y="6350"/>
            <a:ext cx="9140825" cy="6851650"/>
            <a:chOff x="0" y="4"/>
            <a:chExt cx="5758" cy="4316"/>
          </a:xfrm>
        </p:grpSpPr>
        <p:sp>
          <p:nvSpPr>
            <p:cNvPr id="110595" name="Freeform 3"/>
            <p:cNvSpPr>
              <a:spLocks/>
            </p:cNvSpPr>
            <p:nvPr/>
          </p:nvSpPr>
          <p:spPr bwMode="hidden">
            <a:xfrm>
              <a:off x="558" y="1161"/>
              <a:ext cx="5200" cy="3159"/>
            </a:xfrm>
            <a:custGeom>
              <a:avLst/>
              <a:gdLst>
                <a:gd name="T0" fmla="*/ 0 w 5184"/>
                <a:gd name="T1" fmla="*/ 3159 h 3159"/>
                <a:gd name="T2" fmla="*/ 5184 w 5184"/>
                <a:gd name="T3" fmla="*/ 3159 h 3159"/>
                <a:gd name="T4" fmla="*/ 5184 w 5184"/>
                <a:gd name="T5" fmla="*/ 0 h 3159"/>
                <a:gd name="T6" fmla="*/ 0 w 5184"/>
                <a:gd name="T7" fmla="*/ 0 h 3159"/>
                <a:gd name="T8" fmla="*/ 0 w 5184"/>
                <a:gd name="T9" fmla="*/ 3159 h 3159"/>
                <a:gd name="T10" fmla="*/ 0 w 5184"/>
                <a:gd name="T11" fmla="*/ 3159 h 3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84" h="3159">
                  <a:moveTo>
                    <a:pt x="0" y="3159"/>
                  </a:moveTo>
                  <a:lnTo>
                    <a:pt x="5184" y="3159"/>
                  </a:lnTo>
                  <a:lnTo>
                    <a:pt x="5184" y="0"/>
                  </a:lnTo>
                  <a:lnTo>
                    <a:pt x="0" y="0"/>
                  </a:lnTo>
                  <a:lnTo>
                    <a:pt x="0" y="3159"/>
                  </a:lnTo>
                  <a:lnTo>
                    <a:pt x="0" y="315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596" name="Freeform 4"/>
            <p:cNvSpPr>
              <a:spLocks/>
            </p:cNvSpPr>
            <p:nvPr/>
          </p:nvSpPr>
          <p:spPr bwMode="hidden">
            <a:xfrm>
              <a:off x="0" y="1161"/>
              <a:ext cx="558" cy="3159"/>
            </a:xfrm>
            <a:custGeom>
              <a:avLst/>
              <a:gdLst>
                <a:gd name="T0" fmla="*/ 0 w 556"/>
                <a:gd name="T1" fmla="*/ 0 h 3159"/>
                <a:gd name="T2" fmla="*/ 0 w 556"/>
                <a:gd name="T3" fmla="*/ 3159 h 3159"/>
                <a:gd name="T4" fmla="*/ 556 w 556"/>
                <a:gd name="T5" fmla="*/ 3159 h 3159"/>
                <a:gd name="T6" fmla="*/ 556 w 556"/>
                <a:gd name="T7" fmla="*/ 0 h 3159"/>
                <a:gd name="T8" fmla="*/ 0 w 556"/>
                <a:gd name="T9" fmla="*/ 0 h 3159"/>
                <a:gd name="T10" fmla="*/ 0 w 556"/>
                <a:gd name="T11" fmla="*/ 0 h 3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56" h="3159">
                  <a:moveTo>
                    <a:pt x="0" y="0"/>
                  </a:moveTo>
                  <a:lnTo>
                    <a:pt x="0" y="3159"/>
                  </a:lnTo>
                  <a:lnTo>
                    <a:pt x="556" y="3159"/>
                  </a:lnTo>
                  <a:lnTo>
                    <a:pt x="55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0597" name="Group 5"/>
            <p:cNvGrpSpPr>
              <a:grpSpLocks/>
            </p:cNvGrpSpPr>
            <p:nvPr userDrawn="1"/>
          </p:nvGrpSpPr>
          <p:grpSpPr bwMode="auto">
            <a:xfrm>
              <a:off x="0" y="4"/>
              <a:ext cx="5758" cy="4316"/>
              <a:chOff x="0" y="4"/>
              <a:chExt cx="5758" cy="4316"/>
            </a:xfrm>
          </p:grpSpPr>
          <p:sp>
            <p:nvSpPr>
              <p:cNvPr id="110598" name="Freeform 6"/>
              <p:cNvSpPr>
                <a:spLocks/>
              </p:cNvSpPr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>
                  <a:gd name="T0" fmla="*/ 12 w 12"/>
                  <a:gd name="T1" fmla="*/ 0 h 695"/>
                  <a:gd name="T2" fmla="*/ 0 w 12"/>
                  <a:gd name="T3" fmla="*/ 0 h 695"/>
                  <a:gd name="T4" fmla="*/ 0 w 12"/>
                  <a:gd name="T5" fmla="*/ 695 h 695"/>
                  <a:gd name="T6" fmla="*/ 12 w 12"/>
                  <a:gd name="T7" fmla="*/ 695 h 695"/>
                  <a:gd name="T8" fmla="*/ 12 w 12"/>
                  <a:gd name="T9" fmla="*/ 0 h 695"/>
                  <a:gd name="T10" fmla="*/ 12 w 12"/>
                  <a:gd name="T11" fmla="*/ 0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599" name="Freeform 7"/>
              <p:cNvSpPr>
                <a:spLocks/>
              </p:cNvSpPr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>
                  <a:gd name="T0" fmla="*/ 0 w 12"/>
                  <a:gd name="T1" fmla="*/ 2697 h 2697"/>
                  <a:gd name="T2" fmla="*/ 12 w 12"/>
                  <a:gd name="T3" fmla="*/ 2697 h 2697"/>
                  <a:gd name="T4" fmla="*/ 12 w 12"/>
                  <a:gd name="T5" fmla="*/ 0 h 2697"/>
                  <a:gd name="T6" fmla="*/ 0 w 12"/>
                  <a:gd name="T7" fmla="*/ 0 h 2697"/>
                  <a:gd name="T8" fmla="*/ 0 w 12"/>
                  <a:gd name="T9" fmla="*/ 2697 h 2697"/>
                  <a:gd name="T10" fmla="*/ 0 w 12"/>
                  <a:gd name="T11" fmla="*/ 2697 h 26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0" name="Freeform 8"/>
              <p:cNvSpPr>
                <a:spLocks/>
              </p:cNvSpPr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>
                  <a:gd name="T0" fmla="*/ 4724 w 4724"/>
                  <a:gd name="T1" fmla="*/ 0 h 12"/>
                  <a:gd name="T2" fmla="*/ 0 w 4724"/>
                  <a:gd name="T3" fmla="*/ 0 h 12"/>
                  <a:gd name="T4" fmla="*/ 0 w 4724"/>
                  <a:gd name="T5" fmla="*/ 12 h 12"/>
                  <a:gd name="T6" fmla="*/ 4724 w 4724"/>
                  <a:gd name="T7" fmla="*/ 12 h 12"/>
                  <a:gd name="T8" fmla="*/ 4724 w 4724"/>
                  <a:gd name="T9" fmla="*/ 0 h 12"/>
                  <a:gd name="T10" fmla="*/ 4724 w 4724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1" name="Freeform 9"/>
              <p:cNvSpPr>
                <a:spLocks/>
              </p:cNvSpPr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>
                  <a:gd name="T0" fmla="*/ 0 w 12"/>
                  <a:gd name="T1" fmla="*/ 252 h 252"/>
                  <a:gd name="T2" fmla="*/ 12 w 12"/>
                  <a:gd name="T3" fmla="*/ 252 h 252"/>
                  <a:gd name="T4" fmla="*/ 12 w 12"/>
                  <a:gd name="T5" fmla="*/ 0 h 252"/>
                  <a:gd name="T6" fmla="*/ 0 w 12"/>
                  <a:gd name="T7" fmla="*/ 0 h 252"/>
                  <a:gd name="T8" fmla="*/ 0 w 12"/>
                  <a:gd name="T9" fmla="*/ 252 h 252"/>
                  <a:gd name="T10" fmla="*/ 0 w 12"/>
                  <a:gd name="T11" fmla="*/ 252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2" name="Freeform 10"/>
              <p:cNvSpPr>
                <a:spLocks/>
              </p:cNvSpPr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>
                  <a:gd name="T0" fmla="*/ 12 w 12"/>
                  <a:gd name="T1" fmla="*/ 0 h 252"/>
                  <a:gd name="T2" fmla="*/ 0 w 12"/>
                  <a:gd name="T3" fmla="*/ 0 h 252"/>
                  <a:gd name="T4" fmla="*/ 0 w 12"/>
                  <a:gd name="T5" fmla="*/ 252 h 252"/>
                  <a:gd name="T6" fmla="*/ 12 w 12"/>
                  <a:gd name="T7" fmla="*/ 252 h 252"/>
                  <a:gd name="T8" fmla="*/ 12 w 12"/>
                  <a:gd name="T9" fmla="*/ 0 h 252"/>
                  <a:gd name="T10" fmla="*/ 12 w 12"/>
                  <a:gd name="T11" fmla="*/ 0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3" name="Freeform 11"/>
              <p:cNvSpPr>
                <a:spLocks/>
              </p:cNvSpPr>
              <p:nvPr/>
            </p:nvSpPr>
            <p:spPr bwMode="ltGray">
              <a:xfrm>
                <a:off x="552" y="951"/>
                <a:ext cx="12" cy="420"/>
              </a:xfrm>
              <a:custGeom>
                <a:avLst/>
                <a:gdLst>
                  <a:gd name="T0" fmla="*/ 0 w 12"/>
                  <a:gd name="T1" fmla="*/ 0 h 420"/>
                  <a:gd name="T2" fmla="*/ 0 w 12"/>
                  <a:gd name="T3" fmla="*/ 420 h 420"/>
                  <a:gd name="T4" fmla="*/ 12 w 12"/>
                  <a:gd name="T5" fmla="*/ 420 h 420"/>
                  <a:gd name="T6" fmla="*/ 12 w 12"/>
                  <a:gd name="T7" fmla="*/ 0 h 420"/>
                  <a:gd name="T8" fmla="*/ 0 w 12"/>
                  <a:gd name="T9" fmla="*/ 0 h 420"/>
                  <a:gd name="T10" fmla="*/ 0 w 12"/>
                  <a:gd name="T11" fmla="*/ 0 h 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420">
                    <a:moveTo>
                      <a:pt x="0" y="0"/>
                    </a:moveTo>
                    <a:lnTo>
                      <a:pt x="0" y="420"/>
                    </a:lnTo>
                    <a:lnTo>
                      <a:pt x="12" y="42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4" name="Freeform 12"/>
              <p:cNvSpPr>
                <a:spLocks/>
              </p:cNvSpPr>
              <p:nvPr/>
            </p:nvSpPr>
            <p:spPr bwMode="ltGray">
              <a:xfrm>
                <a:off x="0" y="1155"/>
                <a:ext cx="351" cy="12"/>
              </a:xfrm>
              <a:custGeom>
                <a:avLst/>
                <a:gdLst>
                  <a:gd name="T0" fmla="*/ 0 w 251"/>
                  <a:gd name="T1" fmla="*/ 0 h 12"/>
                  <a:gd name="T2" fmla="*/ 0 w 251"/>
                  <a:gd name="T3" fmla="*/ 12 h 12"/>
                  <a:gd name="T4" fmla="*/ 251 w 251"/>
                  <a:gd name="T5" fmla="*/ 12 h 12"/>
                  <a:gd name="T6" fmla="*/ 251 w 251"/>
                  <a:gd name="T7" fmla="*/ 0 h 12"/>
                  <a:gd name="T8" fmla="*/ 0 w 251"/>
                  <a:gd name="T9" fmla="*/ 0 h 12"/>
                  <a:gd name="T10" fmla="*/ 0 w 251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0" y="0"/>
                    </a:move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5" name="Freeform 13"/>
              <p:cNvSpPr>
                <a:spLocks/>
              </p:cNvSpPr>
              <p:nvPr/>
            </p:nvSpPr>
            <p:spPr bwMode="ltGray">
              <a:xfrm>
                <a:off x="767" y="1155"/>
                <a:ext cx="252" cy="12"/>
              </a:xfrm>
              <a:custGeom>
                <a:avLst/>
                <a:gdLst>
                  <a:gd name="T0" fmla="*/ 251 w 251"/>
                  <a:gd name="T1" fmla="*/ 0 h 12"/>
                  <a:gd name="T2" fmla="*/ 0 w 251"/>
                  <a:gd name="T3" fmla="*/ 0 h 12"/>
                  <a:gd name="T4" fmla="*/ 0 w 251"/>
                  <a:gd name="T5" fmla="*/ 12 h 12"/>
                  <a:gd name="T6" fmla="*/ 251 w 251"/>
                  <a:gd name="T7" fmla="*/ 12 h 12"/>
                  <a:gd name="T8" fmla="*/ 251 w 251"/>
                  <a:gd name="T9" fmla="*/ 0 h 12"/>
                  <a:gd name="T10" fmla="*/ 251 w 251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251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lnTo>
                      <a:pt x="25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6" name="Freeform 14"/>
              <p:cNvSpPr>
                <a:spLocks/>
              </p:cNvSpPr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10607" name="Rectangle 15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304800"/>
            <a:ext cx="7543800" cy="143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10608" name="Rectangle 1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66800" y="1981200"/>
            <a:ext cx="75438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10609" name="Rectangle 1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66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zh-CN"/>
          </a:p>
        </p:txBody>
      </p:sp>
      <p:sp>
        <p:nvSpPr>
          <p:cNvPr id="110610" name="Rectangle 1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zh-CN"/>
          </a:p>
        </p:txBody>
      </p:sp>
      <p:sp>
        <p:nvSpPr>
          <p:cNvPr id="110611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18A5BD12-AF28-43C2-8949-67C552168075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</p:sldLayoutIdLst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06" name="Rectangle 10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5300" dirty="0">
                <a:solidFill>
                  <a:srgbClr val="FAFA00"/>
                </a:solidFill>
                <a:latin typeface="黑体" pitchFamily="2" charset="-122"/>
                <a:ea typeface="黑体" pitchFamily="2" charset="-122"/>
              </a:rPr>
              <a:t>中国女战斗机飞行学员中将产生首批女</a:t>
            </a:r>
            <a:r>
              <a:rPr lang="zh-CN" altLang="en-US" sz="5300" dirty="0" smtClean="0">
                <a:solidFill>
                  <a:srgbClr val="FAFA00"/>
                </a:solidFill>
                <a:latin typeface="黑体" pitchFamily="2" charset="-122"/>
                <a:ea typeface="黑体" pitchFamily="2" charset="-122"/>
              </a:rPr>
              <a:t>航天员</a:t>
            </a:r>
            <a:endParaRPr lang="zh-CN" altLang="zh-CN" sz="5300" dirty="0">
              <a:solidFill>
                <a:srgbClr val="FAFA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32107" name="Rectangle 11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z="2300" dirty="0">
                <a:latin typeface="华文仿宋" pitchFamily="2" charset="-122"/>
                <a:ea typeface="华文仿宋" pitchFamily="2" charset="-122"/>
              </a:rPr>
              <a:t>女战斗机飞行学员正式开训</a:t>
            </a:r>
            <a:endParaRPr lang="zh-CN" altLang="zh-CN" sz="2300" dirty="0">
              <a:latin typeface="华文仿宋" pitchFamily="2" charset="-122"/>
              <a:ea typeface="华文仿宋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 dirty="0"/>
              <a:t>我军第八批女飞行员在完成</a:t>
            </a:r>
            <a:r>
              <a:rPr lang="en-US" altLang="zh-CN" dirty="0"/>
              <a:t>50</a:t>
            </a:r>
            <a:r>
              <a:rPr lang="zh-CN" altLang="en-US" dirty="0"/>
              <a:t>多天的座舱实习、飞行模拟训练等</a:t>
            </a:r>
            <a:r>
              <a:rPr lang="en-US" altLang="zh-CN" dirty="0"/>
              <a:t>6</a:t>
            </a:r>
            <a:r>
              <a:rPr lang="zh-CN" altLang="en-US" dirty="0"/>
              <a:t>项内容的地面准备后，</a:t>
            </a:r>
            <a:r>
              <a:rPr lang="en-US" altLang="zh-CN" dirty="0"/>
              <a:t>19</a:t>
            </a:r>
            <a:r>
              <a:rPr lang="zh-CN" altLang="en-US" dirty="0"/>
              <a:t>日</a:t>
            </a:r>
            <a:r>
              <a:rPr lang="en-US" altLang="zh-CN" dirty="0"/>
              <a:t>7</a:t>
            </a:r>
            <a:r>
              <a:rPr lang="zh-CN" altLang="en-US" dirty="0"/>
              <a:t>时在空军某飞行学院首次驾机飞上蓝天。</a:t>
            </a:r>
          </a:p>
        </p:txBody>
      </p:sp>
      <p:pic>
        <p:nvPicPr>
          <p:cNvPr id="6" name="Picture 12" descr="中国女战斗机飞行学员中将产生首批女航天员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807932"/>
            <a:ext cx="3695700" cy="2461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 orient="vert"/>
          </p:nvPr>
        </p:nvSpPr>
        <p:spPr/>
        <p:txBody>
          <a:bodyPr/>
          <a:lstStyle/>
          <a:p>
            <a:r>
              <a:rPr lang="zh-CN" altLang="en-US"/>
              <a:t>我国首批女航天员</a:t>
            </a:r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body" orient="vert" idx="1"/>
          </p:nvPr>
        </p:nvSpPr>
        <p:spPr/>
        <p:txBody>
          <a:bodyPr/>
          <a:lstStyle/>
          <a:p>
            <a:r>
              <a:rPr lang="zh-CN" altLang="en-US" sz="2800" dirty="0"/>
              <a:t>中国首批</a:t>
            </a:r>
            <a:r>
              <a:rPr lang="en-US" altLang="zh-CN" sz="2800" dirty="0"/>
              <a:t>22</a:t>
            </a:r>
            <a:r>
              <a:rPr lang="zh-CN" altLang="en-US" sz="2800" dirty="0"/>
              <a:t>名女战斗机飞行学员</a:t>
            </a:r>
            <a:r>
              <a:rPr lang="en-US" altLang="zh-CN" sz="2800" dirty="0"/>
              <a:t>7</a:t>
            </a:r>
            <a:r>
              <a:rPr lang="zh-CN" altLang="en-US" sz="2800" dirty="0"/>
              <a:t>月</a:t>
            </a:r>
            <a:r>
              <a:rPr lang="en-US" altLang="zh-CN" sz="2800" dirty="0"/>
              <a:t>5</a:t>
            </a:r>
            <a:r>
              <a:rPr lang="zh-CN" altLang="en-US" sz="2800" dirty="0"/>
              <a:t>日在沈空某飞行学院正式开训。　</a:t>
            </a:r>
          </a:p>
          <a:p>
            <a:r>
              <a:rPr lang="zh-CN" altLang="en-US" sz="2800" dirty="0"/>
              <a:t>　　这批女飞行学员，不仅将成为国家首批战斗机女飞行员，还将产生我国首批女航天员</a:t>
            </a:r>
            <a:r>
              <a:rPr lang="zh-CN" altLang="en-US" sz="2800" dirty="0" smtClean="0"/>
              <a:t>。</a:t>
            </a:r>
            <a:r>
              <a:rPr lang="zh-CN" altLang="en-US" sz="2800" dirty="0"/>
              <a:t>　　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">
  <a:themeElements>
    <a:clrScheme name="default 2">
      <a:dk1>
        <a:srgbClr val="000099"/>
      </a:dk1>
      <a:lt1>
        <a:srgbClr val="FFFFFF"/>
      </a:lt1>
      <a:dk2>
        <a:srgbClr val="000066"/>
      </a:dk2>
      <a:lt2>
        <a:srgbClr val="EAEAEA"/>
      </a:lt2>
      <a:accent1>
        <a:srgbClr val="66CCFF"/>
      </a:accent1>
      <a:accent2>
        <a:srgbClr val="0066FF"/>
      </a:accent2>
      <a:accent3>
        <a:srgbClr val="AAAAB8"/>
      </a:accent3>
      <a:accent4>
        <a:srgbClr val="DADADA"/>
      </a:accent4>
      <a:accent5>
        <a:srgbClr val="B8E2FF"/>
      </a:accent5>
      <a:accent6>
        <a:srgbClr val="005CE7"/>
      </a:accent6>
      <a:hlink>
        <a:srgbClr val="FFFFCC"/>
      </a:hlink>
      <a:folHlink>
        <a:srgbClr val="99CC00"/>
      </a:folHlink>
    </a:clrScheme>
    <a:fontScheme name="defaul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1">
        <a:dk1>
          <a:srgbClr val="BD3737"/>
        </a:dk1>
        <a:lt1>
          <a:srgbClr val="FFFFFF"/>
        </a:lt1>
        <a:dk2>
          <a:srgbClr val="721E1E"/>
        </a:dk2>
        <a:lt2>
          <a:srgbClr val="FFCC00"/>
        </a:lt2>
        <a:accent1>
          <a:srgbClr val="FF6600"/>
        </a:accent1>
        <a:accent2>
          <a:srgbClr val="CC3300"/>
        </a:accent2>
        <a:accent3>
          <a:srgbClr val="BCABAB"/>
        </a:accent3>
        <a:accent4>
          <a:srgbClr val="DADADA"/>
        </a:accent4>
        <a:accent5>
          <a:srgbClr val="FFB8AA"/>
        </a:accent5>
        <a:accent6>
          <a:srgbClr val="B92D00"/>
        </a:accent6>
        <a:hlink>
          <a:srgbClr val="F7CC2F"/>
        </a:hlink>
        <a:folHlink>
          <a:srgbClr val="C7C6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2">
        <a:dk1>
          <a:srgbClr val="000099"/>
        </a:dk1>
        <a:lt1>
          <a:srgbClr val="FFFFFF"/>
        </a:lt1>
        <a:dk2>
          <a:srgbClr val="000066"/>
        </a:dk2>
        <a:lt2>
          <a:srgbClr val="EAEAEA"/>
        </a:lt2>
        <a:accent1>
          <a:srgbClr val="66CCFF"/>
        </a:accent1>
        <a:accent2>
          <a:srgbClr val="0066FF"/>
        </a:accent2>
        <a:accent3>
          <a:srgbClr val="AAAAB8"/>
        </a:accent3>
        <a:accent4>
          <a:srgbClr val="DADADA"/>
        </a:accent4>
        <a:accent5>
          <a:srgbClr val="B8E2FF"/>
        </a:accent5>
        <a:accent6>
          <a:srgbClr val="005CE7"/>
        </a:accent6>
        <a:hlink>
          <a:srgbClr val="FFFFCC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3">
        <a:dk1>
          <a:srgbClr val="6600CC"/>
        </a:dk1>
        <a:lt1>
          <a:srgbClr val="FFFFFF"/>
        </a:lt1>
        <a:dk2>
          <a:srgbClr val="4B0096"/>
        </a:dk2>
        <a:lt2>
          <a:srgbClr val="CDD7DF"/>
        </a:lt2>
        <a:accent1>
          <a:srgbClr val="9999FF"/>
        </a:accent1>
        <a:accent2>
          <a:srgbClr val="7850BA"/>
        </a:accent2>
        <a:accent3>
          <a:srgbClr val="B1AAC9"/>
        </a:accent3>
        <a:accent4>
          <a:srgbClr val="DADADA"/>
        </a:accent4>
        <a:accent5>
          <a:srgbClr val="CACAFF"/>
        </a:accent5>
        <a:accent6>
          <a:srgbClr val="6C48A8"/>
        </a:accent6>
        <a:hlink>
          <a:srgbClr val="00CCFF"/>
        </a:hlink>
        <a:folHlink>
          <a:srgbClr val="0796B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4">
        <a:dk1>
          <a:srgbClr val="55863C"/>
        </a:dk1>
        <a:lt1>
          <a:srgbClr val="FFFFFF"/>
        </a:lt1>
        <a:dk2>
          <a:srgbClr val="375F2F"/>
        </a:dk2>
        <a:lt2>
          <a:srgbClr val="D1EFB3"/>
        </a:lt2>
        <a:accent1>
          <a:srgbClr val="00CC66"/>
        </a:accent1>
        <a:accent2>
          <a:srgbClr val="8EAC66"/>
        </a:accent2>
        <a:accent3>
          <a:srgbClr val="AEB6AD"/>
        </a:accent3>
        <a:accent4>
          <a:srgbClr val="DADADA"/>
        </a:accent4>
        <a:accent5>
          <a:srgbClr val="AAE2B8"/>
        </a:accent5>
        <a:accent6>
          <a:srgbClr val="809B5C"/>
        </a:accent6>
        <a:hlink>
          <a:srgbClr val="B4EF7F"/>
        </a:hlink>
        <a:folHlink>
          <a:srgbClr val="F8F6A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5">
        <a:dk1>
          <a:srgbClr val="588073"/>
        </a:dk1>
        <a:lt1>
          <a:srgbClr val="FFFFFF"/>
        </a:lt1>
        <a:dk2>
          <a:srgbClr val="486768"/>
        </a:dk2>
        <a:lt2>
          <a:srgbClr val="DDDDDD"/>
        </a:lt2>
        <a:accent1>
          <a:srgbClr val="33CCCC"/>
        </a:accent1>
        <a:accent2>
          <a:srgbClr val="008871"/>
        </a:accent2>
        <a:accent3>
          <a:srgbClr val="B1B8B9"/>
        </a:accent3>
        <a:accent4>
          <a:srgbClr val="DADADA"/>
        </a:accent4>
        <a:accent5>
          <a:srgbClr val="ADE2E2"/>
        </a:accent5>
        <a:accent6>
          <a:srgbClr val="007B66"/>
        </a:accent6>
        <a:hlink>
          <a:srgbClr val="00CC99"/>
        </a:hlink>
        <a:folHlink>
          <a:srgbClr val="A8A8A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6">
        <a:dk1>
          <a:srgbClr val="6B6C75"/>
        </a:dk1>
        <a:lt1>
          <a:srgbClr val="FFFFFF"/>
        </a:lt1>
        <a:dk2>
          <a:srgbClr val="575863"/>
        </a:dk2>
        <a:lt2>
          <a:srgbClr val="FFFFCC"/>
        </a:lt2>
        <a:accent1>
          <a:srgbClr val="677481"/>
        </a:accent1>
        <a:accent2>
          <a:srgbClr val="697E5E"/>
        </a:accent2>
        <a:accent3>
          <a:srgbClr val="B4B4B7"/>
        </a:accent3>
        <a:accent4>
          <a:srgbClr val="DADADA"/>
        </a:accent4>
        <a:accent5>
          <a:srgbClr val="B8BCC1"/>
        </a:accent5>
        <a:accent6>
          <a:srgbClr val="5E7254"/>
        </a:accent6>
        <a:hlink>
          <a:srgbClr val="E9E77F"/>
        </a:hlink>
        <a:folHlink>
          <a:srgbClr val="D3A44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7">
        <a:dk1>
          <a:srgbClr val="000000"/>
        </a:dk1>
        <a:lt1>
          <a:srgbClr val="C4D6BE"/>
        </a:lt1>
        <a:dk2>
          <a:srgbClr val="339966"/>
        </a:dk2>
        <a:lt2>
          <a:srgbClr val="EFFBF0"/>
        </a:lt2>
        <a:accent1>
          <a:srgbClr val="DDDDDD"/>
        </a:accent1>
        <a:accent2>
          <a:srgbClr val="CCFF99"/>
        </a:accent2>
        <a:accent3>
          <a:srgbClr val="DEE8DB"/>
        </a:accent3>
        <a:accent4>
          <a:srgbClr val="000000"/>
        </a:accent4>
        <a:accent5>
          <a:srgbClr val="EBEBEB"/>
        </a:accent5>
        <a:accent6>
          <a:srgbClr val="B9E78A"/>
        </a:accent6>
        <a:hlink>
          <a:srgbClr val="009900"/>
        </a:hlink>
        <a:folHlink>
          <a:srgbClr val="33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8">
        <a:dk1>
          <a:srgbClr val="000000"/>
        </a:dk1>
        <a:lt1>
          <a:srgbClr val="D6DAE4"/>
        </a:lt1>
        <a:dk2>
          <a:srgbClr val="000099"/>
        </a:dk2>
        <a:lt2>
          <a:srgbClr val="FFFFFF"/>
        </a:lt2>
        <a:accent1>
          <a:srgbClr val="BFDEE3"/>
        </a:accent1>
        <a:accent2>
          <a:srgbClr val="C0C0C0"/>
        </a:accent2>
        <a:accent3>
          <a:srgbClr val="E8EAEF"/>
        </a:accent3>
        <a:accent4>
          <a:srgbClr val="000000"/>
        </a:accent4>
        <a:accent5>
          <a:srgbClr val="DCECEF"/>
        </a:accent5>
        <a:accent6>
          <a:srgbClr val="AEAEAE"/>
        </a:accent6>
        <a:hlink>
          <a:srgbClr val="3333CC"/>
        </a:hlink>
        <a:folHlink>
          <a:srgbClr val="5E93C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9">
        <a:dk1>
          <a:srgbClr val="4A2500"/>
        </a:dk1>
        <a:lt1>
          <a:srgbClr val="C2C0BA"/>
        </a:lt1>
        <a:dk2>
          <a:srgbClr val="788569"/>
        </a:dk2>
        <a:lt2>
          <a:srgbClr val="F4F4EC"/>
        </a:lt2>
        <a:accent1>
          <a:srgbClr val="E1DFC1"/>
        </a:accent1>
        <a:accent2>
          <a:srgbClr val="A5A7AF"/>
        </a:accent2>
        <a:accent3>
          <a:srgbClr val="DDDCD9"/>
        </a:accent3>
        <a:accent4>
          <a:srgbClr val="3E1E00"/>
        </a:accent4>
        <a:accent5>
          <a:srgbClr val="EEECDD"/>
        </a:accent5>
        <a:accent6>
          <a:srgbClr val="95979E"/>
        </a:accent6>
        <a:hlink>
          <a:srgbClr val="9C980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</Template>
  <TotalTime>94</TotalTime>
  <Words>79</Words>
  <Application>Microsoft Office PowerPoint</Application>
  <PresentationFormat>全屏显示(4:3)</PresentationFormat>
  <Paragraphs>6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default</vt:lpstr>
      <vt:lpstr>中国女战斗机飞行学员中将产生首批女航天员</vt:lpstr>
      <vt:lpstr>PowerPoint 演示文稿</vt:lpstr>
      <vt:lpstr>我国首批女航天员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中国女战斗机飞行学员中将产生首批女航天员</dc:title>
  <dc:creator>User</dc:creator>
  <cp:lastModifiedBy>YlmF</cp:lastModifiedBy>
  <cp:revision>9</cp:revision>
  <cp:lastPrinted>1601-01-01T00:00:00Z</cp:lastPrinted>
  <dcterms:created xsi:type="dcterms:W3CDTF">2008-07-07T02:25:52Z</dcterms:created>
  <dcterms:modified xsi:type="dcterms:W3CDTF">2013-08-20T07:31:41Z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7</vt:i4>
  </property>
</Properties>
</file>