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椭圆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CF35BBB-8CEC-4DA0-A49C-2AA9114FEE2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8AF7588-5ABE-4376-BE8C-4AF0CC3CB58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椭圆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椭圆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ACF9E0F-9165-457C-834F-BF6ADE51514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5B12-E3D1-4C0B-9CBD-BEF2FE0F075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内容占位符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2" name="内容占位符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接连接符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直接连接符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内容占位符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6" name="内容占位符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椭圆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椭圆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61A6E2B4-E798-4C52-AB23-2146D46B791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3" name="标题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F5E333C3-BC89-41ED-8CBD-77B46708221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BA54A43-2A0E-493D-868E-BA0FD22DEC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内容占位符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椭圆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椭圆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C5FA5E0-A39C-4D63-BE89-48EFB58D46C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接连接符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椭圆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椭圆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DCF0EA8-BF82-4AA6-85E9-1F1CD1BEB4C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wipe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45980-0385-40D7-B5D6-BF2BD0589A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椭圆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椭圆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B6BEF49-33F1-4291-96EE-47C8D7C4E72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接连接符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椭圆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椭圆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D67AF0-D86D-4AFE-ABE8-1276051F5E9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u"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836712"/>
            <a:ext cx="64087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rgbClr val="FF66CC"/>
                </a:solidFill>
                <a:latin typeface="华文行楷" pitchFamily="2" charset="-122"/>
                <a:ea typeface="华文行楷" pitchFamily="2" charset="-122"/>
              </a:rPr>
              <a:t>谁发明了纸？</a:t>
            </a:r>
          </a:p>
        </p:txBody>
      </p:sp>
    </p:spTree>
    <p:extLst>
      <p:ext uri="{BB962C8B-B14F-4D97-AF65-F5344CB8AC3E}">
        <p14:creationId xmlns:p14="http://schemas.microsoft.com/office/powerpoint/2010/main" val="3064481634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980728"/>
            <a:ext cx="540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7030A0"/>
                </a:solidFill>
                <a:latin typeface="华文彩云" pitchFamily="2" charset="-122"/>
                <a:ea typeface="华文彩云" pitchFamily="2" charset="-122"/>
              </a:rPr>
              <a:t>蔡伦</a:t>
            </a:r>
          </a:p>
        </p:txBody>
      </p:sp>
    </p:spTree>
    <p:extLst>
      <p:ext uri="{BB962C8B-B14F-4D97-AF65-F5344CB8AC3E}">
        <p14:creationId xmlns:p14="http://schemas.microsoft.com/office/powerpoint/2010/main" val="1619325957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镇">
  <a:themeElements>
    <a:clrScheme name="市镇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市镇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市镇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</TotalTime>
  <Words>6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市镇</vt:lpstr>
      <vt:lpstr>PowerPoint 演示文稿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lhc</dc:creator>
  <cp:lastModifiedBy>PETER</cp:lastModifiedBy>
  <cp:revision>3</cp:revision>
  <dcterms:created xsi:type="dcterms:W3CDTF">2002-10-26T03:05:01Z</dcterms:created>
  <dcterms:modified xsi:type="dcterms:W3CDTF">2012-04-11T01:57:36Z</dcterms:modified>
</cp:coreProperties>
</file>