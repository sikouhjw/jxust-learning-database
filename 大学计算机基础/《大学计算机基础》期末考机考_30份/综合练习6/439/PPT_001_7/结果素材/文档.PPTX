
<file path=[Content_Types].xml><?xml version="1.0" encoding="utf-8"?>
<Types xmlns="http://schemas.openxmlformats.org/package/2006/content-types">
  <Default Extension="mp3" ContentType="audio/unknown"/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612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28" name="日期占位符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9B9F70B7-6151-41EA-8180-B052C725729B}" type="datetimeFigureOut">
              <a:rPr lang="zh-CN" altLang="en-US" smtClean="0"/>
              <a:t>2011-11-8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矩形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矩形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直接连接符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直接连接符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直接连接符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直接连接符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直接连接符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直接连接符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矩形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椭圆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椭圆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椭圆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椭圆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椭圆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DDA93ED5-7409-4F26-8A6B-36E6A1249FE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9B9F70B7-6151-41EA-8180-B052C725729B}" type="datetimeFigureOut">
              <a:rPr lang="zh-CN" altLang="en-US" smtClean="0"/>
              <a:t>2011-11-8</a:t>
            </a:fld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DDA93ED5-7409-4F26-8A6B-36E6A1249FE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9B9F70B7-6151-41EA-8180-B052C725729B}" type="datetimeFigureOut">
              <a:rPr lang="zh-CN" altLang="en-US" smtClean="0"/>
              <a:t>2011-11-8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矩形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直接连接符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直接连接符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直接连接符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直接连接符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直接连接符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矩形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椭圆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椭圆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椭圆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椭圆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椭圆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直接连接符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DDA93ED5-7409-4F26-8A6B-36E6A1249FE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F70B7-6151-41EA-8180-B052C725729B}" type="datetimeFigureOut">
              <a:rPr lang="zh-CN" altLang="en-US" smtClean="0"/>
              <a:t>2011-11-8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93ED5-7409-4F26-8A6B-36E6A1249FE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F70B7-6151-41EA-8180-B052C725729B}" type="datetimeFigureOut">
              <a:rPr lang="zh-CN" altLang="en-US" smtClean="0"/>
              <a:t>2011-11-8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93ED5-7409-4F26-8A6B-36E6A1249FE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3" name="内容占位符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9B9F70B7-6151-41EA-8180-B052C725729B}" type="datetimeFigureOut">
              <a:rPr lang="zh-CN" altLang="en-US" smtClean="0"/>
              <a:t>2011-11-8</a:t>
            </a:fld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DDA93ED5-7409-4F26-8A6B-36E6A1249FE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F70B7-6151-41EA-8180-B052C725729B}" type="datetimeFigureOut">
              <a:rPr lang="zh-CN" altLang="en-US" smtClean="0"/>
              <a:t>2011-11-8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93ED5-7409-4F26-8A6B-36E6A1249FE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直接连接符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8" name="直接连接符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直接连接符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直接连接符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矩形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直接连接符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椭圆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内容占位符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21" name="日期占位符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9B9F70B7-6151-41EA-8180-B052C725729B}" type="datetimeFigureOut">
              <a:rPr lang="zh-CN" altLang="en-US" smtClean="0"/>
              <a:t>2011-11-8</a:t>
            </a:fld>
            <a:endParaRPr lang="zh-CN" altLang="en-US"/>
          </a:p>
        </p:txBody>
      </p:sp>
      <p:sp>
        <p:nvSpPr>
          <p:cNvPr id="22" name="灯片编号占位符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DDA93ED5-7409-4F26-8A6B-36E6A1249FE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3" name="页脚占位符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直接连接符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椭圆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10" name="直接连接符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矩形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直接连接符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直接连接符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直接连接符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日期占位符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9B9F70B7-6151-41EA-8180-B052C725729B}" type="datetimeFigureOut">
              <a:rPr lang="zh-CN" altLang="en-US" smtClean="0"/>
              <a:t>2011-11-8</a:t>
            </a:fld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DDA93ED5-7409-4F26-8A6B-36E6A1249FE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页脚占位符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F70B7-6151-41EA-8180-B052C725729B}" type="datetimeFigureOut">
              <a:rPr lang="zh-CN" altLang="en-US" smtClean="0"/>
              <a:t>2011-11-8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93ED5-7409-4F26-8A6B-36E6A1249FE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F70B7-6151-41EA-8180-B052C725729B}" type="datetimeFigureOut">
              <a:rPr lang="zh-CN" altLang="en-US" smtClean="0"/>
              <a:t>2011-11-8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93ED5-7409-4F26-8A6B-36E6A1249FE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直接连接符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9B9F70B7-6151-41EA-8180-B052C725729B}" type="datetimeFigureOut">
              <a:rPr lang="zh-CN" altLang="en-US" smtClean="0"/>
              <a:t>2011-11-8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直接连接符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直接连接符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矩形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直接连接符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椭圆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DDA93ED5-7409-4F26-8A6B-36E6A1249FE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6000" b="1" i="1" dirty="0" smtClean="0"/>
              <a:t>校园</a:t>
            </a:r>
            <a:endParaRPr lang="zh-CN" altLang="en-US" sz="6000" b="1" i="1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>
                <a:hlinkClick r:id="" action="ppaction://hlinkshowjump?jump=nextslide"/>
              </a:rPr>
              <a:t>周边环境</a:t>
            </a:r>
            <a:endParaRPr lang="zh-CN" altLang="en-US" dirty="0"/>
          </a:p>
        </p:txBody>
      </p:sp>
      <p:pic>
        <p:nvPicPr>
          <p:cNvPr id="4" name="P01-M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452320" y="594928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5275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567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 smtClean="0"/>
              <a:t>网吧</a:t>
            </a:r>
            <a:endParaRPr lang="zh-CN" altLang="en-US" sz="400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r>
              <a:rPr lang="zh-CN" altLang="en-US" dirty="0" smtClean="0"/>
              <a:t>上网</a:t>
            </a:r>
            <a:endParaRPr lang="zh-CN" altLang="en-US" dirty="0"/>
          </a:p>
        </p:txBody>
      </p:sp>
      <p:pic>
        <p:nvPicPr>
          <p:cNvPr id="1026" name="Picture 2" descr="C:\Program Files\Microsoft Office\MEDIA\CAGCAT10\j0195384.wmf"/>
          <p:cNvPicPr preferRelativeResize="0"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2708920"/>
            <a:ext cx="3812400" cy="223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20581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凸显">
  <a:themeElements>
    <a:clrScheme name="凸显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凸显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凸显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26</TotalTime>
  <Words>5</Words>
  <Application>Microsoft Office PowerPoint</Application>
  <PresentationFormat>全屏显示(4:3)</PresentationFormat>
  <Paragraphs>4</Paragraphs>
  <Slides>2</Slides>
  <Notes>0</Notes>
  <HiddenSlides>0</HiddenSlides>
  <MMClips>1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" baseType="lpstr">
      <vt:lpstr>凸显</vt:lpstr>
      <vt:lpstr>校园</vt:lpstr>
      <vt:lpstr>网吧</vt:lpstr>
    </vt:vector>
  </TitlesOfParts>
  <Company>WwW.YlmF.CoM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雨林木风</dc:creator>
  <cp:lastModifiedBy>雨林木风</cp:lastModifiedBy>
  <cp:revision>8</cp:revision>
  <dcterms:created xsi:type="dcterms:W3CDTF">2011-11-08T02:21:43Z</dcterms:created>
  <dcterms:modified xsi:type="dcterms:W3CDTF">2011-11-08T08:02:15Z</dcterms:modified>
</cp:coreProperties>
</file>