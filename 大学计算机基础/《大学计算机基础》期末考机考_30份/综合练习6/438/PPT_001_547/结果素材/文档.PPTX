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 varScale="1">
        <p:scale>
          <a:sx n="70" d="100"/>
          <a:sy n="70" d="100"/>
        </p:scale>
        <p:origin x="-94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269D11-081B-4F2C-BD6B-D4BCB56C48E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2846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EA205F-2FA2-47F9-B4ED-4994EC5FC30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7982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B0A9D7-D433-42F6-9652-C55C9C5A5E7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3813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74D959-8DE2-4A20-B7B3-9C11627E9F2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32412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27AC73-DCAE-4716-9065-F4A49BD97B9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8353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6E8ECF-705D-4680-8216-F06A6022275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4932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D60EA5-9151-40E0-9E2E-14BC9EB9171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1057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611C48-7D3E-4205-A5E9-FFE32B9B528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9466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814802-3FF7-4EEA-87FA-A82C9CA6BF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4387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49607C-7B51-4705-8912-3ECEDDD06F2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8072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CE0ACE-1076-4B96-AE52-69A4E8FFDA1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0382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C523BCD-803B-4500-A444-570D72DF0E1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8887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E702AD4-7F83-4386-AA33-08D8C2A9B7E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zh-CN" altLang="en-US" sz="5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电子邮件服务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2800" b="1">
                <a:latin typeface="Arial" charset="0"/>
                <a:ea typeface="幼圆" pitchFamily="49" charset="-122"/>
              </a:rPr>
              <a:t>Electronic Mail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404664"/>
            <a:ext cx="7772400" cy="1143000"/>
          </a:xfrm>
        </p:spPr>
        <p:txBody>
          <a:bodyPr/>
          <a:lstStyle/>
          <a:p>
            <a:r>
              <a:rPr lang="zh-CN" altLang="en-US" sz="5100" b="1" dirty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电子邮件系统功能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charset="0"/>
                <a:ea typeface="幼圆" pitchFamily="49" charset="-122"/>
              </a:rPr>
              <a:t>邮件制作与编辑</a:t>
            </a:r>
          </a:p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charset="0"/>
                <a:ea typeface="幼圆" pitchFamily="49" charset="-122"/>
              </a:rPr>
              <a:t> 信件发送</a:t>
            </a:r>
          </a:p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charset="0"/>
                <a:ea typeface="幼圆" pitchFamily="49" charset="-122"/>
              </a:rPr>
              <a:t> 收信通知</a:t>
            </a:r>
          </a:p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charset="0"/>
                <a:ea typeface="幼圆" pitchFamily="49" charset="-122"/>
              </a:rPr>
              <a:t> 信件阅读与检索</a:t>
            </a:r>
          </a:p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charset="0"/>
                <a:ea typeface="幼圆" pitchFamily="49" charset="-122"/>
              </a:rPr>
              <a:t> 信件回复与转发</a:t>
            </a:r>
          </a:p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charset="0"/>
                <a:ea typeface="幼圆" pitchFamily="49" charset="-122"/>
              </a:rPr>
              <a:t> 信件管理</a:t>
            </a:r>
          </a:p>
          <a:p>
            <a:endParaRPr lang="en-US" altLang="zh-CN" sz="2800"/>
          </a:p>
        </p:txBody>
      </p:sp>
      <p:pic>
        <p:nvPicPr>
          <p:cNvPr id="5" name="剪贴画占位符 4"/>
          <p:cNvPicPr>
            <a:picLocks noGrp="1" noChangeAspect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988840"/>
            <a:ext cx="3810000" cy="4041648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30</Words>
  <Application>Microsoft Office PowerPoint</Application>
  <PresentationFormat>全屏显示(4:3)</PresentationFormat>
  <Paragraphs>9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默认设计模板</vt:lpstr>
      <vt:lpstr>电子邮件服务</vt:lpstr>
      <vt:lpstr>电子邮件系统功能</vt:lpstr>
    </vt:vector>
  </TitlesOfParts>
  <Company>bit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电子邮件服务</dc:title>
  <dc:creator>liu</dc:creator>
  <cp:lastModifiedBy>YlmF</cp:lastModifiedBy>
  <cp:revision>3</cp:revision>
  <dcterms:created xsi:type="dcterms:W3CDTF">2005-01-01T02:41:02Z</dcterms:created>
  <dcterms:modified xsi:type="dcterms:W3CDTF">2013-08-19T07:54:49Z</dcterms:modified>
</cp:coreProperties>
</file>