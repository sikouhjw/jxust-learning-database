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7" r:id="rId2"/>
    <p:sldId id="256" r:id="rId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787"/>
    <p:restoredTop sz="90929"/>
  </p:normalViewPr>
  <p:slideViewPr>
    <p:cSldViewPr>
      <p:cViewPr>
        <p:scale>
          <a:sx n="60" d="100"/>
          <a:sy n="60" d="100"/>
        </p:scale>
        <p:origin x="-1212" y="-2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5" name="副标题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31" name="日期占位符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endParaRPr lang="en-US" altLang="zh-CN"/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US" altLang="zh-CN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1A7FCF96-8CBB-402D-A8DF-5F8B8F41D3A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C002FE7-57FC-446F-B02F-9279B3EA555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D780564E-F434-4CE6-A23B-A1B25D8E731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37E0EED-4D10-4148-8CB7-3FF58C3EE47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9DBE925-5BA6-4EA3-9340-DCDD03706E0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618A4BA-40C8-4E73-ADAE-9161C7384F0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A1EBF65-3F21-43FE-B04B-76B5978D6D6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195F986-AA14-482A-AA6C-3B1AAC9A936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F77A54-E55E-4BAB-B9BF-4A589EDC7C8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0" name="图片占位符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6CE50EE-6D59-4280-9222-6BFE6EF246C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F51FC2EF-8574-49D5-AAFE-4DF5BCB7F65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1" name="文本占位符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27" name="日期占位符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US" altLang="zh-CN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3A2A9117-CA4D-4657-831D-9F92B044327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zh-CN" altLang="en-US" sz="5300" b="1" dirty="0">
                <a:solidFill>
                  <a:srgbClr val="FA0000"/>
                </a:solidFill>
                <a:latin typeface="黑体" pitchFamily="2" charset="-122"/>
                <a:ea typeface="黑体" pitchFamily="2" charset="-122"/>
              </a:rPr>
              <a:t>发现号航天飞机发射推迟</a:t>
            </a:r>
            <a:endParaRPr lang="zh-CN" altLang="zh-CN" sz="5300" b="1" dirty="0">
              <a:solidFill>
                <a:srgbClr val="FA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z="3300" dirty="0">
                <a:latin typeface="隶书" pitchFamily="49" charset="-122"/>
                <a:ea typeface="隶书" pitchFamily="49" charset="-122"/>
              </a:rPr>
              <a:t>燃料传感器存在故障</a:t>
            </a:r>
            <a:endParaRPr lang="zh-CN" altLang="zh-CN" sz="3300" dirty="0">
              <a:latin typeface="隶书" pitchFamily="49" charset="-122"/>
              <a:ea typeface="隶书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itchFamily="2" charset="-122"/>
              </a:rPr>
              <a:t>发现号航天飞机发射推迟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zh-CN" altLang="en-US" dirty="0">
                <a:latin typeface="宋体" pitchFamily="2" charset="-122"/>
              </a:rPr>
              <a:t>北京时间</a:t>
            </a:r>
            <a:r>
              <a:rPr lang="en-US" altLang="zh-CN" dirty="0"/>
              <a:t>7</a:t>
            </a:r>
            <a:r>
              <a:rPr lang="zh-CN" altLang="en-US" dirty="0">
                <a:latin typeface="宋体" pitchFamily="2" charset="-122"/>
              </a:rPr>
              <a:t>月</a:t>
            </a:r>
            <a:r>
              <a:rPr lang="en-US" altLang="zh-CN" dirty="0"/>
              <a:t>14</a:t>
            </a:r>
            <a:r>
              <a:rPr lang="zh-CN" altLang="en-US" dirty="0">
                <a:latin typeface="宋体" pitchFamily="2" charset="-122"/>
              </a:rPr>
              <a:t>日</a:t>
            </a:r>
            <a:r>
              <a:rPr lang="en-US" altLang="zh-CN" dirty="0"/>
              <a:t>01:39(</a:t>
            </a:r>
            <a:r>
              <a:rPr lang="zh-CN" altLang="en-US" dirty="0">
                <a:latin typeface="宋体" pitchFamily="2" charset="-122"/>
              </a:rPr>
              <a:t>美国东部时间</a:t>
            </a:r>
            <a:r>
              <a:rPr lang="en-US" altLang="zh-CN" dirty="0"/>
              <a:t>7</a:t>
            </a:r>
            <a:r>
              <a:rPr lang="zh-CN" altLang="en-US" dirty="0">
                <a:latin typeface="宋体" pitchFamily="2" charset="-122"/>
              </a:rPr>
              <a:t>月</a:t>
            </a:r>
            <a:r>
              <a:rPr lang="en-US" altLang="zh-CN" dirty="0"/>
              <a:t>13</a:t>
            </a:r>
            <a:r>
              <a:rPr lang="zh-CN" altLang="en-US" dirty="0">
                <a:latin typeface="宋体" pitchFamily="2" charset="-122"/>
              </a:rPr>
              <a:t>日</a:t>
            </a:r>
            <a:r>
              <a:rPr lang="en-US" altLang="zh-CN" dirty="0"/>
              <a:t>13:39)</a:t>
            </a:r>
            <a:r>
              <a:rPr lang="zh-CN" altLang="en-US" dirty="0">
                <a:latin typeface="宋体" pitchFamily="2" charset="-122"/>
              </a:rPr>
              <a:t>，美国宇航局宣布推迟发现号航天飞机发射，原因是发现航天飞机的燃料传感器存在故障。</a:t>
            </a:r>
            <a:r>
              <a:rPr lang="zh-CN" altLang="en-US" dirty="0"/>
              <a:t> </a:t>
            </a:r>
          </a:p>
          <a:p>
            <a:endParaRPr lang="zh-CN" altLang="en-US" dirty="0"/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3319463" y="2486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3356992"/>
            <a:ext cx="2187575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华丽">
  <a:themeElements>
    <a:clrScheme name="华丽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华丽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华丽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44</TotalTime>
  <Words>49</Words>
  <Application>Microsoft Office PowerPoint</Application>
  <PresentationFormat>全屏显示(4:3)</PresentationFormat>
  <Paragraphs>4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华丽</vt:lpstr>
      <vt:lpstr>发现号航天飞机发射推迟</vt:lpstr>
      <vt:lpstr>发现号航天飞机发射推迟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</dc:creator>
  <cp:lastModifiedBy>YlmF</cp:lastModifiedBy>
  <cp:revision>5</cp:revision>
  <dcterms:created xsi:type="dcterms:W3CDTF">2005-07-14T07:22:30Z</dcterms:created>
  <dcterms:modified xsi:type="dcterms:W3CDTF">2013-08-20T03:43:08Z</dcterms:modified>
</cp:coreProperties>
</file>