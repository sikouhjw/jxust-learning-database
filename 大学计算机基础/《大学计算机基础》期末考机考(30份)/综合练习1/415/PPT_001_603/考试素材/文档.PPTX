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DA6AEB-E3EE-4AF1-83AB-BF7D93B27F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55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5E1E4-89D3-4C40-9A5C-1523E8F6A0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14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F0045-8BCD-46B3-9F10-7B6CC02A4D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512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C0570-9A0C-4F49-9D63-B008FCE205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70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64370-DE81-44C4-A08D-852E80481F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76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5CCBA-3E49-4F51-9BAD-D51E54F8ED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44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C57AA-84C3-446B-AC3F-8A407BE266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40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193A7-584A-4C78-9BC5-537625C060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58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6A482-C154-4BFA-9BD6-29B1E602ED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19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0FA6E-53A9-4F3F-B57E-261A6603FB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14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A87B0-EFD8-4B3E-80C3-1C64756712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50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0899CE3-06BD-4E00-80AE-1FF0653238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28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4E9D45-2247-42B2-A9B2-8C5D23B08C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800"/>
              <a:t>她有一段鲜为人知的历史，</a:t>
            </a:r>
          </a:p>
          <a:p>
            <a:r>
              <a:rPr lang="zh-CN" altLang="en-US" sz="2800"/>
              <a:t>她是一个规模空前的演出中心，</a:t>
            </a:r>
          </a:p>
          <a:p>
            <a:r>
              <a:rPr lang="zh-CN" altLang="en-US" sz="2800"/>
              <a:t>她就是国家大剧院</a:t>
            </a:r>
            <a:r>
              <a:rPr lang="en-US" altLang="zh-CN" sz="2800"/>
              <a:t>……</a:t>
            </a:r>
          </a:p>
          <a:p>
            <a:r>
              <a:rPr lang="zh-CN" altLang="en-US" sz="2800"/>
              <a:t>　　</a:t>
            </a:r>
            <a:r>
              <a:rPr lang="en-US" altLang="zh-CN" sz="2800"/>
              <a:t>2007</a:t>
            </a:r>
            <a:r>
              <a:rPr lang="zh-CN" altLang="en-US" sz="2800"/>
              <a:t>年</a:t>
            </a:r>
            <a:r>
              <a:rPr lang="en-US" altLang="zh-CN" sz="2800"/>
              <a:t>12</a:t>
            </a:r>
            <a:r>
              <a:rPr lang="zh-CN" altLang="en-US" sz="2800"/>
              <a:t>月</a:t>
            </a:r>
            <a:r>
              <a:rPr lang="en-US" altLang="zh-CN" sz="2800"/>
              <a:t>22</a:t>
            </a:r>
            <a:r>
              <a:rPr lang="zh-CN" altLang="en-US" sz="2800"/>
              <a:t>日，</a:t>
            </a:r>
            <a:r>
              <a:rPr lang="zh-CN" altLang="en-US" sz="2800">
                <a:ea typeface="仿宋_GB2312" pitchFamily="49" charset="-122"/>
              </a:rPr>
              <a:t>国家大剧院</a:t>
            </a:r>
            <a:r>
              <a:rPr lang="zh-CN" altLang="en-US" sz="2800"/>
              <a:t>正式开始运营。</a:t>
            </a:r>
          </a:p>
        </p:txBody>
      </p:sp>
      <p:pic>
        <p:nvPicPr>
          <p:cNvPr id="5" name="Picture 6" descr="E:\Win_ksxt\200809_28\试题\一级\ppt\9\2.jpg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2758281"/>
            <a:ext cx="33147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r>
              <a:rPr lang="zh-CN" altLang="en-US" sz="2400"/>
              <a:t>中国国家大剧院位于北京人民大会堂西侧，西长安街以南，由国家大剧院主体建筑及南北两侧的水下长廊、地下停车场、人工湖、绿地组成，总占地面积 １１．８９万平方米，总建筑面积约１６．５万平方米。总投资额２６．８８亿元人民币。主体建筑由外部围护钢结构壳体和内部２４１６个坐席的歌剧院、２０１７个坐席的音乐厅、１０４０个坐席的戏剧院、公共大厅及配套用房组成。外部围护钢结构壳体呈半椭球形</a:t>
            </a:r>
          </a:p>
        </p:txBody>
      </p:sp>
      <p:pic>
        <p:nvPicPr>
          <p:cNvPr id="5128" name="Picture 8" descr="E:\Win_ksxt\200809_28\试题\一级\ppt\9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648200"/>
            <a:ext cx="2857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127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8</cp:revision>
  <dcterms:created xsi:type="dcterms:W3CDTF">2008-02-08T08:54:31Z</dcterms:created>
  <dcterms:modified xsi:type="dcterms:W3CDTF">2013-08-26T02:23:06Z</dcterms:modified>
</cp:coreProperties>
</file>