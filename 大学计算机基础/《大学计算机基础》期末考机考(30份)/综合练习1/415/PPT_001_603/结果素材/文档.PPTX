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9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2" autoAdjust="0"/>
    <p:restoredTop sz="94660"/>
  </p:normalViewPr>
  <p:slideViewPr>
    <p:cSldViewPr>
      <p:cViewPr>
        <p:scale>
          <a:sx n="60" d="100"/>
          <a:sy n="60" d="100"/>
        </p:scale>
        <p:origin x="-41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DA6AEB-E3EE-4AF1-83AB-BF7D93B27F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6558257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D5E1E4-89D3-4C40-9A5C-1523E8F6A0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5149587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3F0045-8BCD-46B3-9F10-7B6CC02A4D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5120444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2C0570-9A0C-4F49-9D63-B008FCE2057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2701671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464370-DE81-44C4-A08D-852E80481F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5768348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F5CCBA-3E49-4F51-9BAD-D51E54F8ED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9443001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6C57AA-84C3-446B-AC3F-8A407BE266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5403967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E193A7-584A-4C78-9BC5-537625C0608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458411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86A482-C154-4BFA-9BD6-29B1E602ED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1989879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90FA6E-53A9-4F3F-B57E-261A6603FBB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5144546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A87B0-EFD8-4B3E-80C3-1C647567124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2750321"/>
      </p:ext>
    </p:extLst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0899CE3-06BD-4E00-80AE-1FF0653238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2280842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E4E9D45-2247-42B2-A9B2-8C5D23B08CE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randomBar dir="vert"/>
  </p:transition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488C4"/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7300" b="1" dirty="0">
                <a:solidFill>
                  <a:srgbClr val="0000FA"/>
                </a:solidFill>
                <a:latin typeface="黑体" pitchFamily="2" charset="-122"/>
                <a:ea typeface="黑体" pitchFamily="2" charset="-122"/>
              </a:rPr>
              <a:t>国家大剧院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4700" dirty="0">
                <a:latin typeface="隶书" pitchFamily="49" charset="-122"/>
                <a:ea typeface="隶书" pitchFamily="49" charset="-122"/>
              </a:rPr>
              <a:t>规模空前的演出中心</a:t>
            </a:r>
          </a:p>
        </p:txBody>
      </p:sp>
    </p:spTree>
    <p:extLst>
      <p:ext uri="{BB962C8B-B14F-4D97-AF65-F5344CB8AC3E}">
        <p14:creationId xmlns:p14="http://schemas.microsoft.com/office/powerpoint/2010/main" val="148840834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CN" altLang="en-US" sz="2800" dirty="0"/>
              <a:t>她有一段鲜为人知的历史，</a:t>
            </a:r>
          </a:p>
          <a:p>
            <a:r>
              <a:rPr lang="zh-CN" altLang="en-US" sz="2800" dirty="0"/>
              <a:t>她是一个规模空前的演出中心，</a:t>
            </a:r>
          </a:p>
          <a:p>
            <a:r>
              <a:rPr lang="zh-CN" altLang="en-US" sz="2800" dirty="0"/>
              <a:t>她就是国家大剧院</a:t>
            </a:r>
            <a:r>
              <a:rPr lang="en-US" altLang="zh-CN" sz="2800" dirty="0"/>
              <a:t>……</a:t>
            </a:r>
          </a:p>
          <a:p>
            <a:r>
              <a:rPr lang="zh-CN" altLang="en-US" sz="2800" dirty="0"/>
              <a:t>　　</a:t>
            </a:r>
            <a:r>
              <a:rPr lang="en-US" altLang="zh-CN" sz="2800" dirty="0"/>
              <a:t>2007</a:t>
            </a:r>
            <a:r>
              <a:rPr lang="zh-CN" altLang="en-US" sz="2800" dirty="0"/>
              <a:t>年</a:t>
            </a:r>
            <a:r>
              <a:rPr lang="en-US" altLang="zh-CN" sz="2800" dirty="0"/>
              <a:t>12</a:t>
            </a:r>
            <a:r>
              <a:rPr lang="zh-CN" altLang="en-US" sz="2800" dirty="0"/>
              <a:t>月</a:t>
            </a:r>
            <a:r>
              <a:rPr lang="en-US" altLang="zh-CN" sz="2800" dirty="0"/>
              <a:t>22</a:t>
            </a:r>
            <a:r>
              <a:rPr lang="zh-CN" altLang="en-US" sz="2800" dirty="0"/>
              <a:t>日，</a:t>
            </a:r>
            <a:r>
              <a:rPr lang="zh-CN" altLang="en-US" sz="2800" dirty="0">
                <a:ea typeface="仿宋_GB2312" pitchFamily="49" charset="-122"/>
              </a:rPr>
              <a:t>国家大剧院</a:t>
            </a:r>
            <a:r>
              <a:rPr lang="zh-CN" altLang="en-US" sz="2800" dirty="0"/>
              <a:t>正式开始运营。</a:t>
            </a:r>
          </a:p>
        </p:txBody>
      </p:sp>
      <p:pic>
        <p:nvPicPr>
          <p:cNvPr id="5" name="Picture 6" descr="E:\Win_ksxt\200809_28\试题\一级\ppt\9\2.jpg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150" y="2758281"/>
            <a:ext cx="33147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200400"/>
          </a:xfrm>
        </p:spPr>
        <p:txBody>
          <a:bodyPr/>
          <a:lstStyle/>
          <a:p>
            <a:r>
              <a:rPr lang="zh-CN" altLang="en-US" sz="2400"/>
              <a:t>中国国家大剧院位于北京人民大会堂西侧，西长安街以南，由国家大剧院主体建筑及南北两侧的水下长廊、地下停车场、人工湖、绿地组成，总占地面积 １１．８９万平方米，总建筑面积约１６．５万平方米。总投资额２６．８８亿元人民币。主体建筑由外部围护钢结构壳体和内部２４１６个坐席的歌剧院、２０１７个坐席的音乐厅、１０４０个坐席的戏剧院、公共大厅及配套用房组成。外部围护钢结构壳体呈半椭球形</a:t>
            </a:r>
          </a:p>
        </p:txBody>
      </p:sp>
      <p:pic>
        <p:nvPicPr>
          <p:cNvPr id="5128" name="Picture 8" descr="E:\Win_ksxt\200809_28\试题\一级\ppt\9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648200"/>
            <a:ext cx="28575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3564000" y="540000"/>
            <a:ext cx="36631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chemeClr val="bg1">
                    <a:shade val="50000"/>
                  </a:schemeClr>
                </a:solidFill>
              </a:rPr>
              <a:t>国家大剧院</a:t>
            </a:r>
            <a:endParaRPr lang="zh-CN" altLang="en-US" sz="5400" b="1" cap="none" spc="0" dirty="0">
              <a:ln w="50800"/>
              <a:solidFill>
                <a:schemeClr val="bg1">
                  <a:shade val="50000"/>
                </a:schemeClr>
              </a:solidFill>
              <a:effectLst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138</Words>
  <Application>Microsoft Office PowerPoint</Application>
  <PresentationFormat>全屏显示(4:3)</PresentationFormat>
  <Paragraphs>8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默认设计模板</vt:lpstr>
      <vt:lpstr>国家大剧院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YlmF</cp:lastModifiedBy>
  <cp:revision>10</cp:revision>
  <dcterms:created xsi:type="dcterms:W3CDTF">2008-02-08T08:54:31Z</dcterms:created>
  <dcterms:modified xsi:type="dcterms:W3CDTF">2013-09-03T07:45:30Z</dcterms:modified>
</cp:coreProperties>
</file>