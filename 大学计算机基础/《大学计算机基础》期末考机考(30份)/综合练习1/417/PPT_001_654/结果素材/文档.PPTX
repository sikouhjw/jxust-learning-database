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7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2" cstate="print"/>
          <a:srcRect t="33333"/>
          <a:stretch>
            <a:fillRect/>
          </a:stretch>
        </p:blipFill>
        <p:spPr>
          <a:xfrm>
            <a:off x="0" y="0"/>
            <a:ext cx="9144000" cy="4572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5166D-CF51-49A8-9C66-1286B5C72987}" type="datetimeFigureOut">
              <a:rPr lang="zh-CN" altLang="en-US" smtClean="0"/>
              <a:t>2015-3-29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91583-A4C7-4E6D-B40B-CDFF929F008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17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007888"/>
            <a:ext cx="7772400" cy="1470025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5166D-CF51-49A8-9C66-1286B5C72987}" type="datetimeFigureOut">
              <a:rPr lang="zh-CN" altLang="en-US" smtClean="0"/>
              <a:t>2015-3-29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91583-A4C7-4E6D-B40B-CDFF929F008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79248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62525"/>
            <a:ext cx="7885113" cy="1362075"/>
          </a:xfrm>
        </p:spPr>
        <p:txBody>
          <a:bodyPr anchor="t"/>
          <a:lstStyle>
            <a:lvl1pPr algn="l">
              <a:defRPr sz="3200" b="0" i="0" cap="all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462338"/>
            <a:ext cx="7885113" cy="1500187"/>
          </a:xfrm>
        </p:spPr>
        <p:txBody>
          <a:bodyPr anchor="b">
            <a:normAutofit/>
          </a:bodyPr>
          <a:lstStyle>
            <a:lvl1pPr marL="0" indent="0">
              <a:buNone/>
              <a:defRPr sz="170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5166D-CF51-49A8-9C66-1286B5C72987}" type="datetimeFigureOut">
              <a:rPr lang="zh-CN" altLang="en-US" smtClean="0"/>
              <a:t>2015-3-29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91583-A4C7-4E6D-B40B-CDFF929F008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3733800" cy="4114800"/>
          </a:xfrm>
        </p:spPr>
        <p:txBody>
          <a:bodyPr/>
          <a:lstStyle>
            <a:lvl5pPr>
              <a:defRPr/>
            </a:lvl5pPr>
            <a:lvl6pPr>
              <a:buClr>
                <a:schemeClr val="tx2"/>
              </a:buClr>
              <a:buFont typeface="Arial" pitchFamily="34" charset="0"/>
              <a:buChar char="•"/>
              <a:defRPr/>
            </a:lvl6pPr>
            <a:lvl7pPr>
              <a:buClr>
                <a:schemeClr val="tx2"/>
              </a:buClr>
              <a:buFont typeface="Arial" pitchFamily="34" charset="0"/>
              <a:buChar char="•"/>
              <a:defRPr/>
            </a:lvl7pPr>
            <a:lvl8pPr>
              <a:buClr>
                <a:schemeClr val="tx2"/>
              </a:buClr>
              <a:buFont typeface="Arial" pitchFamily="34" charset="0"/>
              <a:buChar char="•"/>
              <a:defRPr/>
            </a:lvl8pPr>
            <a:lvl9pPr>
              <a:buClr>
                <a:schemeClr val="tx2"/>
              </a:buClr>
              <a:buFont typeface="Arial" pitchFamily="34" charset="0"/>
              <a:buChar char="•"/>
              <a:defRPr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600200"/>
            <a:ext cx="3733800" cy="41148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5166D-CF51-49A8-9C66-1286B5C72987}" type="datetimeFigureOut">
              <a:rPr lang="zh-CN" altLang="en-US" smtClean="0"/>
              <a:t>2015-3-29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91583-A4C7-4E6D-B40B-CDFF929F008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5166D-CF51-49A8-9C66-1286B5C72987}" type="datetimeFigureOut">
              <a:rPr lang="zh-CN" altLang="en-US" smtClean="0"/>
              <a:t>2015-3-29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91583-A4C7-4E6D-B40B-CDFF929F008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5166D-CF51-49A8-9C66-1286B5C72987}" type="datetimeFigureOut">
              <a:rPr lang="zh-CN" altLang="en-US" smtClean="0"/>
              <a:t>2015-3-29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91583-A4C7-4E6D-B40B-CDFF929F008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5166D-CF51-49A8-9C66-1286B5C72987}" type="datetimeFigureOut">
              <a:rPr lang="zh-CN" altLang="en-US" smtClean="0"/>
              <a:t>2015-3-29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91583-A4C7-4E6D-B40B-CDFF929F008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962400" y="1447800"/>
            <a:ext cx="4648200" cy="4267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2648" y="2547891"/>
            <a:ext cx="2971800" cy="3167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5166D-CF51-49A8-9C66-1286B5C72987}" type="datetimeFigureOut">
              <a:rPr lang="zh-CN" altLang="en-US" smtClean="0"/>
              <a:t>2015-3-29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91583-A4C7-4E6D-B40B-CDFF929F008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orizo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657344" y="1447800"/>
            <a:ext cx="3419856" cy="3474720"/>
          </a:xfrm>
          <a:custGeom>
            <a:avLst/>
            <a:gdLst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74450 w 3419856"/>
              <a:gd name="connsiteY9" fmla="*/ 3429000 h 3429000"/>
              <a:gd name="connsiteX10" fmla="*/ 21806 w 3419856"/>
              <a:gd name="connsiteY10" fmla="*/ 3407194 h 3429000"/>
              <a:gd name="connsiteX11" fmla="*/ 0 w 3419856"/>
              <a:gd name="connsiteY11" fmla="*/ 3354550 h 3429000"/>
              <a:gd name="connsiteX12" fmla="*/ 0 w 3419856"/>
              <a:gd name="connsiteY12" fmla="*/ 74450 h 3429000"/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21806 w 3419856"/>
              <a:gd name="connsiteY9" fmla="*/ 3407194 h 3429000"/>
              <a:gd name="connsiteX10" fmla="*/ 0 w 3419856"/>
              <a:gd name="connsiteY10" fmla="*/ 3354550 h 3429000"/>
              <a:gd name="connsiteX11" fmla="*/ 0 w 3419856"/>
              <a:gd name="connsiteY11" fmla="*/ 74450 h 3429000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8026"/>
              <a:gd name="connsiteY0" fmla="*/ 74450 h 3910007"/>
              <a:gd name="connsiteX1" fmla="*/ 21806 w 3968026"/>
              <a:gd name="connsiteY1" fmla="*/ 21806 h 3910007"/>
              <a:gd name="connsiteX2" fmla="*/ 74450 w 3968026"/>
              <a:gd name="connsiteY2" fmla="*/ 0 h 3910007"/>
              <a:gd name="connsiteX3" fmla="*/ 3345406 w 3968026"/>
              <a:gd name="connsiteY3" fmla="*/ 0 h 3910007"/>
              <a:gd name="connsiteX4" fmla="*/ 3398050 w 3968026"/>
              <a:gd name="connsiteY4" fmla="*/ 21806 h 3910007"/>
              <a:gd name="connsiteX5" fmla="*/ 3419856 w 3968026"/>
              <a:gd name="connsiteY5" fmla="*/ 74450 h 3910007"/>
              <a:gd name="connsiteX6" fmla="*/ 3419856 w 3968026"/>
              <a:gd name="connsiteY6" fmla="*/ 3354550 h 3910007"/>
              <a:gd name="connsiteX7" fmla="*/ 3398050 w 3968026"/>
              <a:gd name="connsiteY7" fmla="*/ 3407194 h 3910007"/>
              <a:gd name="connsiteX8" fmla="*/ 0 w 3968026"/>
              <a:gd name="connsiteY8" fmla="*/ 3354550 h 3910007"/>
              <a:gd name="connsiteX9" fmla="*/ 0 w 3968026"/>
              <a:gd name="connsiteY9" fmla="*/ 74450 h 3910007"/>
              <a:gd name="connsiteX0" fmla="*/ 0 w 3419856"/>
              <a:gd name="connsiteY0" fmla="*/ 74450 h 3901233"/>
              <a:gd name="connsiteX1" fmla="*/ 21806 w 3419856"/>
              <a:gd name="connsiteY1" fmla="*/ 21806 h 3901233"/>
              <a:gd name="connsiteX2" fmla="*/ 74450 w 3419856"/>
              <a:gd name="connsiteY2" fmla="*/ 0 h 3901233"/>
              <a:gd name="connsiteX3" fmla="*/ 3345406 w 3419856"/>
              <a:gd name="connsiteY3" fmla="*/ 0 h 3901233"/>
              <a:gd name="connsiteX4" fmla="*/ 3398050 w 3419856"/>
              <a:gd name="connsiteY4" fmla="*/ 21806 h 3901233"/>
              <a:gd name="connsiteX5" fmla="*/ 3419856 w 3419856"/>
              <a:gd name="connsiteY5" fmla="*/ 74450 h 3901233"/>
              <a:gd name="connsiteX6" fmla="*/ 3419856 w 3419856"/>
              <a:gd name="connsiteY6" fmla="*/ 3354550 h 3901233"/>
              <a:gd name="connsiteX7" fmla="*/ 0 w 3419856"/>
              <a:gd name="connsiteY7" fmla="*/ 3354550 h 3901233"/>
              <a:gd name="connsiteX8" fmla="*/ 0 w 3419856"/>
              <a:gd name="connsiteY8" fmla="*/ 74450 h 3901233"/>
              <a:gd name="connsiteX0" fmla="*/ 0 w 3419856"/>
              <a:gd name="connsiteY0" fmla="*/ 74450 h 3354550"/>
              <a:gd name="connsiteX1" fmla="*/ 21806 w 3419856"/>
              <a:gd name="connsiteY1" fmla="*/ 21806 h 3354550"/>
              <a:gd name="connsiteX2" fmla="*/ 74450 w 3419856"/>
              <a:gd name="connsiteY2" fmla="*/ 0 h 3354550"/>
              <a:gd name="connsiteX3" fmla="*/ 3345406 w 3419856"/>
              <a:gd name="connsiteY3" fmla="*/ 0 h 3354550"/>
              <a:gd name="connsiteX4" fmla="*/ 3398050 w 3419856"/>
              <a:gd name="connsiteY4" fmla="*/ 21806 h 3354550"/>
              <a:gd name="connsiteX5" fmla="*/ 3419856 w 3419856"/>
              <a:gd name="connsiteY5" fmla="*/ 74450 h 3354550"/>
              <a:gd name="connsiteX6" fmla="*/ 3419856 w 3419856"/>
              <a:gd name="connsiteY6" fmla="*/ 3354550 h 3354550"/>
              <a:gd name="connsiteX7" fmla="*/ 0 w 3419856"/>
              <a:gd name="connsiteY7" fmla="*/ 3354550 h 3354550"/>
              <a:gd name="connsiteX8" fmla="*/ 0 w 3419856"/>
              <a:gd name="connsiteY8" fmla="*/ 74450 h 335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19856" h="3354550">
                <a:moveTo>
                  <a:pt x="0" y="74450"/>
                </a:moveTo>
                <a:cubicBezTo>
                  <a:pt x="0" y="54705"/>
                  <a:pt x="7844" y="35768"/>
                  <a:pt x="21806" y="21806"/>
                </a:cubicBezTo>
                <a:cubicBezTo>
                  <a:pt x="35768" y="7844"/>
                  <a:pt x="54705" y="0"/>
                  <a:pt x="74450" y="0"/>
                </a:cubicBezTo>
                <a:lnTo>
                  <a:pt x="3345406" y="0"/>
                </a:lnTo>
                <a:cubicBezTo>
                  <a:pt x="3365151" y="0"/>
                  <a:pt x="3384088" y="7844"/>
                  <a:pt x="3398050" y="21806"/>
                </a:cubicBezTo>
                <a:cubicBezTo>
                  <a:pt x="3412012" y="35768"/>
                  <a:pt x="3419856" y="54705"/>
                  <a:pt x="3419856" y="74450"/>
                </a:cubicBezTo>
                <a:lnTo>
                  <a:pt x="3419856" y="3354550"/>
                </a:lnTo>
                <a:lnTo>
                  <a:pt x="0" y="3354550"/>
                </a:lnTo>
                <a:lnTo>
                  <a:pt x="0" y="7445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547890"/>
            <a:ext cx="2971800" cy="2405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5166D-CF51-49A8-9C66-1286B5C72987}" type="datetimeFigureOut">
              <a:rPr lang="zh-CN" altLang="en-US" smtClean="0"/>
              <a:t>2015-3-29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91583-A4C7-4E6D-B40B-CDFF929F008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5166D-CF51-49A8-9C66-1286B5C72987}" type="datetimeFigureOut">
              <a:rPr lang="zh-CN" altLang="en-US" smtClean="0"/>
              <a:t>2015-3-29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91583-A4C7-4E6D-B40B-CDFF929F008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5166D-CF51-49A8-9C66-1286B5C72987}" type="datetimeFigureOut">
              <a:rPr lang="zh-CN" altLang="en-US" smtClean="0"/>
              <a:t>2015-3-29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91583-A4C7-4E6D-B40B-CDFF929F008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7924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15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trike="noStrike" spc="60" baseline="0">
                <a:solidFill>
                  <a:schemeClr val="tx1"/>
                </a:solidFill>
              </a:defRPr>
            </a:lvl1pPr>
          </a:lstStyle>
          <a:p>
            <a:fld id="{5D95166D-CF51-49A8-9C66-1286B5C72987}" type="datetimeFigureOut">
              <a:rPr lang="zh-CN" altLang="en-US" smtClean="0"/>
              <a:t>2015-3-29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60" baseline="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356350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</a:defRPr>
            </a:lvl1pPr>
          </a:lstStyle>
          <a:p>
            <a:fld id="{6BC91583-A4C7-4E6D-B40B-CDFF929F008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00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出品公司：环球影业</a:t>
            </a: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6600" dirty="0" smtClean="0">
                <a:latin typeface="隶书" pitchFamily="49" charset="-122"/>
                <a:ea typeface="隶书" pitchFamily="49" charset="-122"/>
              </a:rPr>
              <a:t>速度与激情</a:t>
            </a:r>
            <a:endParaRPr lang="zh-CN" altLang="en-US" sz="6600" dirty="0">
              <a:latin typeface="隶书" pitchFamily="49" charset="-122"/>
              <a:ea typeface="隶书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7249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1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5400" dirty="0">
                <a:solidFill>
                  <a:schemeClr val="tx1">
                    <a:lumMod val="75000"/>
                  </a:schemeClr>
                </a:solidFill>
              </a:rPr>
              <a:t>速度与激情专车</a:t>
            </a:r>
          </a:p>
        </p:txBody>
      </p:sp>
      <p:pic>
        <p:nvPicPr>
          <p:cNvPr id="3" name="图片 2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000" y="1620000"/>
            <a:ext cx="5760000" cy="3600000"/>
          </a:xfrm>
          <a:prstGeom prst="rect">
            <a:avLst/>
          </a:prstGeom>
          <a:effectLst>
            <a:reflection stA="45000" endPos="28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6228148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极目远眺">
  <a:themeElements>
    <a:clrScheme name="极目远眺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极目远眺">
      <a:maj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极目远眺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2924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40000"/>
              </a:schemeClr>
            </a:gs>
            <a:gs pos="31000">
              <a:schemeClr val="phClr">
                <a:tint val="100000"/>
                <a:shade val="90000"/>
                <a:alpha val="100000"/>
              </a:schemeClr>
            </a:gs>
            <a:gs pos="100000">
              <a:schemeClr val="phClr">
                <a:tint val="100000"/>
                <a:shade val="80000"/>
                <a:alpha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80000"/>
              </a:schemeClr>
            </a:gs>
            <a:gs pos="41000">
              <a:schemeClr val="phClr">
                <a:tint val="100000"/>
                <a:shade val="100000"/>
                <a:alpha val="100000"/>
                <a:satMod val="150000"/>
              </a:schemeClr>
            </a:gs>
            <a:gs pos="100000">
              <a:schemeClr val="phClr">
                <a:tint val="100000"/>
                <a:shade val="65000"/>
                <a:alpha val="100000"/>
              </a:schemeClr>
            </a:gs>
          </a:gsLst>
          <a:path path="circle">
            <a:fillToRect l="50000" t="8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Horizon</Template>
  <TotalTime>56</TotalTime>
  <Words>12</Words>
  <Application>Microsoft Office PowerPoint</Application>
  <PresentationFormat>全屏显示(4:3)</PresentationFormat>
  <Paragraphs>3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极目远眺</vt:lpstr>
      <vt:lpstr>速度与激情</vt:lpstr>
      <vt:lpstr>速度与激情专车</vt:lpstr>
    </vt:vector>
  </TitlesOfParts>
  <Company>Sky123.Org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Wuy</cp:lastModifiedBy>
  <cp:revision>5</cp:revision>
  <dcterms:created xsi:type="dcterms:W3CDTF">2015-03-20T02:20:56Z</dcterms:created>
  <dcterms:modified xsi:type="dcterms:W3CDTF">2015-03-29T04:54:43Z</dcterms:modified>
</cp:coreProperties>
</file>