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1" autoAdjust="0"/>
    <p:restoredTop sz="94660"/>
  </p:normalViewPr>
  <p:slideViewPr>
    <p:cSldViewPr>
      <p:cViewPr varScale="1">
        <p:scale>
          <a:sx n="61" d="100"/>
          <a:sy n="61" d="100"/>
        </p:scale>
        <p:origin x="-90" y="-2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772CA5-F64A-417D-B8C0-EBA1B6E47EC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6E41B4-DE52-45C7-B999-7E31166FA6B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949012-3224-49DC-BB62-E878D9DF5C4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63383A-4245-48CD-B0F8-2DBD2CE51F2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04A52C-BB28-4AC7-A17E-994295610A2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292C1F-2E5D-404E-8777-E2573C723C0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31E359-F81F-4EE9-B2F0-C8BE31E40C4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73D93E-B1CE-446E-B1ED-B5ADF56597B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6CC929-5E43-429C-97B6-94796CAD096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85B6C4-0B6D-4814-8599-1B6597A7B7B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8526EE-46A0-4136-AEE5-BD28CFFEA85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183F115-00A6-4B37-8BBF-029E80AE32D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6400" b="1" dirty="0">
                <a:latin typeface="隶书" pitchFamily="49" charset="-122"/>
                <a:ea typeface="隶书" pitchFamily="49" charset="-122"/>
              </a:rPr>
              <a:t>产品问卷调查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你对我们的产品满意吗？</a:t>
            </a:r>
          </a:p>
        </p:txBody>
      </p:sp>
    </p:spTree>
    <p:extLst>
      <p:ext uri="{BB962C8B-B14F-4D97-AF65-F5344CB8AC3E}">
        <p14:creationId xmlns:p14="http://schemas.microsoft.com/office/powerpoint/2010/main" val="1418086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Microsoft Office\MEDIA\CAGCAT10\j0149481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2000" y="1447200"/>
            <a:ext cx="2144162" cy="2178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7332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</Words>
  <Application>Microsoft Office PowerPoint</Application>
  <PresentationFormat>全屏显示(4:3)</PresentationFormat>
  <Paragraphs>2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默认设计模板</vt:lpstr>
      <vt:lpstr>产品问卷调查</vt:lpstr>
      <vt:lpstr>PowerPoint 演示文稿</vt:lpstr>
    </vt:vector>
  </TitlesOfParts>
  <Company>wwjt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产品问卷调查</dc:title>
  <dc:creator>lhc</dc:creator>
  <cp:lastModifiedBy>wwjt</cp:lastModifiedBy>
  <cp:revision>2</cp:revision>
  <dcterms:created xsi:type="dcterms:W3CDTF">2002-10-26T03:05:01Z</dcterms:created>
  <dcterms:modified xsi:type="dcterms:W3CDTF">2012-04-01T07:40:48Z</dcterms:modified>
</cp:coreProperties>
</file>