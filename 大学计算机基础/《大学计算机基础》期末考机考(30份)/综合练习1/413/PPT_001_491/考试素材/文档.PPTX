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828" y="-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72CA5-F64A-417D-B8C0-EBA1B6E47EC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E41B4-DE52-45C7-B999-7E31166FA6B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49012-3224-49DC-BB62-E878D9DF5C4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3383A-4245-48CD-B0F8-2DBD2CE51F2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04A52C-BB28-4AC7-A17E-994295610A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92C1F-2E5D-404E-8777-E2573C723C0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1E359-F81F-4EE9-B2F0-C8BE31E40C4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73D93E-B1CE-446E-B1ED-B5ADF56597B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CC929-5E43-429C-97B6-94796CAD096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5B6C4-0B6D-4814-8599-1B6597A7B7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8526EE-46A0-4136-AEE5-BD28CFFEA8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83F115-00A6-4B37-8BBF-029E80AE32D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默认设计模板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lhc</dc:creator>
  <cp:lastModifiedBy>wwjt</cp:lastModifiedBy>
  <cp:revision>1</cp:revision>
  <dcterms:created xsi:type="dcterms:W3CDTF">2002-10-26T03:05:01Z</dcterms:created>
  <dcterms:modified xsi:type="dcterms:W3CDTF">2012-04-01T01:47:30Z</dcterms:modified>
</cp:coreProperties>
</file>