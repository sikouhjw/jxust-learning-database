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463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902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461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22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2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256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11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02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3539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06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14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AC9B3-A21D-471C-930C-094440B369DC}" type="datetimeFigureOut">
              <a:rPr lang="zh-CN" altLang="en-US" smtClean="0"/>
              <a:t>2011-11-8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1A0C5-428D-4101-A029-42A297B3D9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40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3631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主题​​</vt:lpstr>
      <vt:lpstr>PowerPoint 演示文稿</vt:lpstr>
    </vt:vector>
  </TitlesOfParts>
  <Company>WwW.YlmF.CoM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雨林木风</dc:creator>
  <cp:lastModifiedBy>雨林木风</cp:lastModifiedBy>
  <cp:revision>1</cp:revision>
  <dcterms:created xsi:type="dcterms:W3CDTF">2011-11-08T05:42:10Z</dcterms:created>
  <dcterms:modified xsi:type="dcterms:W3CDTF">2011-11-08T05:42:35Z</dcterms:modified>
</cp:coreProperties>
</file>