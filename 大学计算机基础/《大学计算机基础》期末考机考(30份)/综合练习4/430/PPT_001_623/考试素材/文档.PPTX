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64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80E2EEC-7DD3-4654-BFB5-6792520F48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086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0C3060-6C6C-4061-B062-8AF82D9998F8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570A1F-F06B-4DF7-A68A-180CACD328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5349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A2576-421D-4F7A-BB81-817691573F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419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6B371-3984-4D3D-B00F-E6FA70413E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00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39EB3-A798-413C-995E-EEC4A9839B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578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8DCD4-8334-4D98-9A6A-608A6832A3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331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817723-B42D-4E05-BA97-8D24EF59AB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7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4CF23-5C1A-4DEF-9B62-D94ABEC31C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521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EC9B2C-FC5C-4823-8B3F-225B74AF4C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90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639229-D7A6-4A41-A4A2-F5E324BBB6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847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86791-1BFB-416C-BE47-6C03047CA6D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011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40850-757B-47DB-BEF1-CA9CB65F92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53DFD98-3292-4A1E-A416-44137FAD022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内容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752600"/>
            <a:ext cx="7772400" cy="2590800"/>
          </a:xfrm>
        </p:spPr>
        <p:txBody>
          <a:bodyPr/>
          <a:lstStyle/>
          <a:p>
            <a:r>
              <a:rPr lang="zh-CN" altLang="en-US"/>
              <a:t>数据库系统概述</a:t>
            </a:r>
          </a:p>
          <a:p>
            <a:r>
              <a:rPr lang="zh-CN" altLang="en-US"/>
              <a:t>关系数据库系统</a:t>
            </a:r>
          </a:p>
          <a:p>
            <a:r>
              <a:rPr lang="zh-CN" altLang="en-US"/>
              <a:t>数据库的安全性与完整性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信息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信息是指现实世界事物的存在方式或运动状态的反映。具体地说，信息是一种已经被加工为特定形式的数据，这种数据形式对接收者来说是有意义的，而且对当前和将来的决策具有明显的或实际的价值。在信息社会中，信息是一种资源，其重要性可以与物质和能量相提并论，是企业赖以生存和发展所必须的。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Office\Templates\演示文稿设计\笔记本型模板.pot</Template>
  <TotalTime>30</TotalTime>
  <Words>96</Words>
  <Application>Microsoft Office PowerPoint</Application>
  <PresentationFormat>全屏显示(4:3)</PresentationFormat>
  <Paragraphs>7</Paragraphs>
  <Slides>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内容</vt:lpstr>
      <vt:lpstr>信息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数据库原理与技术   602教研室  刘瑞</dc:title>
  <dc:creator>Zhang</dc:creator>
  <cp:lastModifiedBy>YlmF</cp:lastModifiedBy>
  <cp:revision>2</cp:revision>
  <dcterms:created xsi:type="dcterms:W3CDTF">2001-11-24T14:26:06Z</dcterms:created>
  <dcterms:modified xsi:type="dcterms:W3CDTF">2013-08-28T01:59:20Z</dcterms:modified>
</cp:coreProperties>
</file>