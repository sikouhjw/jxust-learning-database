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52" d="100"/>
          <a:sy n="52" d="100"/>
        </p:scale>
        <p:origin x="-84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4DCA99-FE2C-46EE-BF90-82083B31592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8807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65D7D-65C6-489D-8D45-85E39421226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837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3F1C6A-BC90-49BF-8FAB-C1BA21D1F2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66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BF2F2E-80F7-48A8-8225-B20414ED444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0732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675701-7BA4-4614-82EB-A2565C1EC1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2464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4DEE41-2480-48BC-9ACB-91662C1588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4442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1F2E98-0B39-4F8A-9259-EC64CD434F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743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4766E0-8193-4DC1-82C0-28EA63B6CE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441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3443E0-0716-4087-93CF-8EDC8D4AA3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6359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D18B7-DCBC-4E14-A75A-2C9500023A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496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9E872A-31E4-472E-A893-D141BFBF2C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6337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FE31D2-5083-4EF1-8185-1EA4A58F25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241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81C79EE-0E62-4E48-8729-460C8313202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zh-CN" altLang="en-US" dirty="0"/>
              <a:t>紧急救援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地震海啸灾害</a:t>
            </a:r>
          </a:p>
          <a:p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赴泰国救援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/>
              <a:t>12</a:t>
            </a:r>
            <a:r>
              <a:rPr lang="zh-CN" altLang="en-US" sz="2400"/>
              <a:t>月</a:t>
            </a:r>
            <a:r>
              <a:rPr lang="en-US" altLang="zh-CN" sz="2400"/>
              <a:t>26</a:t>
            </a:r>
            <a:r>
              <a:rPr lang="zh-CN" altLang="en-US" sz="2400"/>
              <a:t>日，震惊世界的地震和海啸突然降临到印度洋周边国家，我国立即组建多支卫生救援队，其中两支赶赴泰国，协助其开展医疗救治和卫生防病工作。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第一支卫生救援队由上海</a:t>
            </a:r>
            <a:r>
              <a:rPr lang="en-US" altLang="zh-CN" sz="2400"/>
              <a:t>15</a:t>
            </a:r>
            <a:r>
              <a:rPr lang="zh-CN" altLang="en-US" sz="2400"/>
              <a:t>名创伤专家、翻译组成，另一支卫生救援队由广东卫生厅组建。</a:t>
            </a:r>
          </a:p>
        </p:txBody>
      </p:sp>
      <p:pic>
        <p:nvPicPr>
          <p:cNvPr id="4101" name="Picture 5" descr="C:\Program Files\Common Files\Microsoft Shared\Clipart\cagcat50\PE02364_.wmf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2471738"/>
            <a:ext cx="3810000" cy="3133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</Words>
  <Application>Microsoft Office PowerPoint</Application>
  <PresentationFormat>全屏显示(4:3)</PresentationFormat>
  <Paragraphs>5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默认设计模板</vt:lpstr>
      <vt:lpstr>紧急救援</vt:lpstr>
      <vt:lpstr>赴泰国救援</vt:lpstr>
    </vt:vector>
  </TitlesOfParts>
  <Company>bit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紧急救援</dc:title>
  <dc:creator>liu</dc:creator>
  <cp:lastModifiedBy>YlmF</cp:lastModifiedBy>
  <cp:revision>1</cp:revision>
  <dcterms:created xsi:type="dcterms:W3CDTF">2005-01-01T09:10:09Z</dcterms:created>
  <dcterms:modified xsi:type="dcterms:W3CDTF">2013-08-21T07:12:52Z</dcterms:modified>
</cp:coreProperties>
</file>