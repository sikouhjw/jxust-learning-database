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202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40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747518-DF20-48AF-8676-80028539176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8402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FAD07-69C2-4482-8BCB-8F0F866FDBE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799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93E72B-4652-47D1-BEA8-9B29A48B13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23092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43E3B-7387-4DF5-ACA2-E1440ADE63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985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838ED0-C0FD-4C98-8383-A11E762701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971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9C816E-6CF0-40CE-ADBE-09D27C3DF46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41973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7D2520-6E6E-4C89-85E2-51F21D8CA13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7393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D479F3-12F7-49F7-B161-35BAD15FB7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325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F99766-70A8-4320-BB9F-3AB28FD7F43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3514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44F17F-19EA-49F3-B2C2-E9E49ADA4EB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0701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D7FA41-EA4B-4CAE-AC27-B581167E7DB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4918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593BF4F-BF83-4C72-8CED-EEDDFC77CA0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1899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76078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3DA7F3A-0030-4B6D-BBBB-A2CE42C4EB2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同仁堂要建中医院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276600"/>
            <a:ext cx="6400800" cy="1752600"/>
          </a:xfrm>
        </p:spPr>
        <p:txBody>
          <a:bodyPr/>
          <a:lstStyle/>
          <a:p>
            <a:r>
              <a:rPr lang="zh-CN" altLang="en-US"/>
              <a:t>同仁堂药业集团以“药德”为魂，首创名店 ＋名药＋名医的经营方式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685800"/>
            <a:ext cx="6400800" cy="1371600"/>
          </a:xfrm>
        </p:spPr>
        <p:txBody>
          <a:bodyPr/>
          <a:lstStyle/>
          <a:p>
            <a:r>
              <a:rPr lang="zh-CN" altLang="en-US" dirty="0"/>
              <a:t>部分医院</a:t>
            </a:r>
            <a:br>
              <a:rPr lang="zh-CN" altLang="en-US" dirty="0"/>
            </a:br>
            <a:r>
              <a:rPr lang="zh-CN" altLang="en-US" dirty="0"/>
              <a:t>床位费上调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09800" y="2362200"/>
            <a:ext cx="6248400" cy="3733800"/>
          </a:xfrm>
        </p:spPr>
        <p:txBody>
          <a:bodyPr/>
          <a:lstStyle/>
          <a:p>
            <a:r>
              <a:rPr lang="zh-CN" altLang="en-US" sz="2800"/>
              <a:t>市物价局近日对本市１９家医院新建改建后的普通病房床位颁布了新的收费标准。</a:t>
            </a:r>
          </a:p>
          <a:p>
            <a:r>
              <a:rPr lang="en-US" altLang="zh-CN" sz="2800"/>
              <a:t>……</a:t>
            </a:r>
          </a:p>
          <a:p>
            <a:r>
              <a:rPr lang="zh-CN" altLang="en-US" sz="2800"/>
              <a:t>据介绍，新床位费标准日前已经正式开始施行。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548680"/>
            <a:ext cx="1685925" cy="1457325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-5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-52"/>
            <a:ea typeface="宋体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65</Words>
  <Application>Microsoft Office PowerPoint</Application>
  <PresentationFormat>全屏显示(4:3)</PresentationFormat>
  <Paragraphs>6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Office 主题​​</vt:lpstr>
      <vt:lpstr>同仁堂要建中医院</vt:lpstr>
      <vt:lpstr>部分医院 床位费上调</vt:lpstr>
    </vt:vector>
  </TitlesOfParts>
  <Company>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同仁堂要建中医院</dc:title>
  <dc:creator>Zhang</dc:creator>
  <cp:lastModifiedBy>YlmF</cp:lastModifiedBy>
  <cp:revision>8</cp:revision>
  <dcterms:created xsi:type="dcterms:W3CDTF">2001-12-19T00:47:36Z</dcterms:created>
  <dcterms:modified xsi:type="dcterms:W3CDTF">2013-08-30T01:12:54Z</dcterms:modified>
</cp:coreProperties>
</file>