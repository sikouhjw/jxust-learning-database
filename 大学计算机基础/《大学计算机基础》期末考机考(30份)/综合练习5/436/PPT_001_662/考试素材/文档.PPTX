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8" r:id="rId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3" d="100"/>
          <a:sy n="63" d="100"/>
        </p:scale>
        <p:origin x="-1644" y="-1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85800" y="3196686"/>
            <a:ext cx="77724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676401"/>
            <a:ext cx="7772400" cy="1538286"/>
          </a:xfrm>
        </p:spPr>
        <p:txBody>
          <a:bodyPr anchor="b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14686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9573E-E0B8-4A82-9CA3-F7B50838AEA6}" type="datetimeFigureOut">
              <a:rPr lang="zh-CN" altLang="en-US" smtClean="0"/>
              <a:pPr/>
              <a:t>2015-3-30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F44A6-C329-4930-A2F5-475186591EF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73152" y="6400800"/>
            <a:ext cx="3200400" cy="283800"/>
          </a:xfrm>
        </p:spPr>
        <p:txBody>
          <a:bodyPr/>
          <a:lstStyle/>
          <a:p>
            <a:fld id="{89E9573E-E0B8-4A82-9CA3-F7B50838AEA6}" type="datetimeFigureOut">
              <a:rPr lang="zh-CN" altLang="en-US" smtClean="0"/>
              <a:pPr/>
              <a:t>2015-3-30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330952" y="6400800"/>
            <a:ext cx="3733800" cy="283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F44A6-C329-4930-A2F5-475186591EF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85800" y="3143248"/>
            <a:ext cx="77724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143248"/>
            <a:ext cx="7772400" cy="1362075"/>
          </a:xfrm>
        </p:spPr>
        <p:txBody>
          <a:bodyPr anchor="t"/>
          <a:lstStyle>
            <a:lvl1pPr algn="ctr">
              <a:defRPr sz="4000" b="0" cap="all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1643061"/>
            <a:ext cx="7772400" cy="1500187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9573E-E0B8-4A82-9CA3-F7B50838AEA6}" type="datetimeFigureOut">
              <a:rPr lang="zh-CN" altLang="en-US" smtClean="0"/>
              <a:pPr/>
              <a:t>2015-3-30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F44A6-C329-4930-A2F5-475186591EF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9573E-E0B8-4A82-9CA3-F7B50838AEA6}" type="datetimeFigureOut">
              <a:rPr lang="zh-CN" altLang="en-US" smtClean="0"/>
              <a:pPr/>
              <a:t>2015-3-30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F44A6-C329-4930-A2F5-475186591EF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9573E-E0B8-4A82-9CA3-F7B50838AEA6}" type="datetimeFigureOut">
              <a:rPr lang="zh-CN" altLang="en-US" smtClean="0"/>
              <a:pPr/>
              <a:t>2015-3-30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F44A6-C329-4930-A2F5-475186591EF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9573E-E0B8-4A82-9CA3-F7B50838AEA6}" type="datetimeFigureOut">
              <a:rPr lang="zh-CN" altLang="en-US" smtClean="0"/>
              <a:pPr/>
              <a:t>2015-3-30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F44A6-C329-4930-A2F5-475186591EF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9573E-E0B8-4A82-9CA3-F7B50838AEA6}" type="datetimeFigureOut">
              <a:rPr lang="zh-CN" altLang="en-US" smtClean="0"/>
              <a:pPr/>
              <a:t>2015-3-30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F44A6-C329-4930-A2F5-475186591EF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2786050" y="1053546"/>
            <a:ext cx="59040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86050" y="228600"/>
            <a:ext cx="5900752" cy="842946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86050" y="1142984"/>
            <a:ext cx="5900750" cy="51435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5" y="1142984"/>
            <a:ext cx="2257408" cy="5143536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9573E-E0B8-4A82-9CA3-F7B50838AEA6}" type="datetimeFigureOut">
              <a:rPr lang="zh-CN" altLang="en-US" smtClean="0"/>
              <a:pPr/>
              <a:t>2015-3-30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F44A6-C329-4930-A2F5-475186591EF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6400800" cy="685800"/>
          </a:xfrm>
        </p:spPr>
        <p:txBody>
          <a:bodyPr anchor="ctr"/>
          <a:lstStyle>
            <a:lvl1pPr algn="l">
              <a:defRPr sz="24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701552" y="1143000"/>
            <a:ext cx="7223248" cy="3980172"/>
          </a:xfrm>
          <a:prstGeom prst="roundRect">
            <a:avLst>
              <a:gd name="adj" fmla="val 18278"/>
            </a:avLst>
          </a:prstGeom>
          <a:solidFill>
            <a:schemeClr val="accent1">
              <a:tint val="40000"/>
            </a:schemeClr>
          </a:solidFill>
          <a:ln w="50800" cap="rnd">
            <a:gradFill flip="none" rotWithShape="1">
              <a:gsLst>
                <a:gs pos="0">
                  <a:schemeClr val="accent1">
                    <a:shade val="50000"/>
                  </a:schemeClr>
                </a:gs>
                <a:gs pos="20000">
                  <a:schemeClr val="accent2">
                    <a:shade val="50000"/>
                  </a:schemeClr>
                </a:gs>
                <a:gs pos="40000">
                  <a:schemeClr val="accent3">
                    <a:shade val="50000"/>
                  </a:schemeClr>
                </a:gs>
                <a:gs pos="60000">
                  <a:schemeClr val="accent4">
                    <a:shade val="50000"/>
                  </a:schemeClr>
                </a:gs>
                <a:gs pos="80000">
                  <a:schemeClr val="accent5">
                    <a:shade val="50000"/>
                  </a:schemeClr>
                </a:gs>
                <a:gs pos="100000">
                  <a:schemeClr val="accent6">
                    <a:shade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  <a:effectLst>
            <a:outerShdw blurRad="50800" dist="38100" dir="5400000" algn="tl" rotWithShape="0">
              <a:prstClr val="black">
                <a:alpha val="50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62200" y="5410200"/>
            <a:ext cx="5657888" cy="804862"/>
          </a:xfrm>
        </p:spPr>
        <p:txBody>
          <a:bodyPr anchor="ctr"/>
          <a:lstStyle>
            <a:lvl1pPr marL="0" indent="0" algn="r">
              <a:buNone/>
              <a:defRPr sz="1200" b="0"/>
            </a:lvl1pPr>
            <a:lvl2pPr marL="457200" indent="0" algn="r">
              <a:buNone/>
              <a:defRPr sz="1200" b="0"/>
            </a:lvl2pPr>
            <a:lvl3pPr marL="914400" indent="0" algn="r">
              <a:buNone/>
              <a:defRPr sz="1200" b="0"/>
            </a:lvl3pPr>
            <a:lvl4pPr marL="1371600" indent="0" algn="r">
              <a:buNone/>
              <a:defRPr sz="1200" b="0"/>
            </a:lvl4pPr>
            <a:lvl5pPr marL="1828800" indent="0" algn="r">
              <a:buNone/>
              <a:defRPr sz="1200" b="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9573E-E0B8-4A82-9CA3-F7B50838AEA6}" type="datetimeFigureOut">
              <a:rPr lang="zh-CN" altLang="en-US" smtClean="0"/>
              <a:pPr/>
              <a:t>2015-3-30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F44A6-C329-4930-A2F5-475186591EF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9573E-E0B8-4A82-9CA3-F7B50838AEA6}" type="datetimeFigureOut">
              <a:rPr lang="zh-CN" altLang="en-US" smtClean="0"/>
              <a:pPr/>
              <a:t>2015-3-30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F44A6-C329-4930-A2F5-475186591EF7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15206" y="274638"/>
            <a:ext cx="1471594" cy="6011882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686568" cy="6011882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9573E-E0B8-4A82-9CA3-F7B50838AEA6}" type="datetimeFigureOut">
              <a:rPr lang="zh-CN" altLang="en-US" smtClean="0"/>
              <a:pPr/>
              <a:t>2015-3-30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F44A6-C329-4930-A2F5-475186591EF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6678000"/>
            <a:ext cx="9144000" cy="180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68632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3800"/>
          </a:xfrm>
          <a:prstGeom prst="rect">
            <a:avLst/>
          </a:prstGeom>
        </p:spPr>
        <p:txBody>
          <a:bodyPr vert="horz" rtlCol="0" anchor="b"/>
          <a:lstStyle>
            <a:lvl1pPr algn="l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89E9573E-E0B8-4A82-9CA3-F7B50838AEA6}" type="datetimeFigureOut">
              <a:rPr lang="zh-CN" altLang="en-US" smtClean="0"/>
              <a:pPr/>
              <a:t>2015-3-30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3800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3464"/>
          </a:xfrm>
          <a:prstGeom prst="rect">
            <a:avLst/>
          </a:prstGeom>
          <a:noFill/>
        </p:spPr>
        <p:txBody>
          <a:bodyPr vert="horz" lIns="45720" rIns="45720" rtlCol="0" anchor="ctr"/>
          <a:lstStyle>
            <a:lvl1pPr algn="ctr" eaLnBrk="1" latinLnBrk="0" hangingPunct="1">
              <a:defRPr kumimoji="0" sz="1100" b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FA7F44A6-C329-4930-A2F5-475186591EF7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9144000" cy="108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ß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Þ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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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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60585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暗香扑面">
  <a:themeElements>
    <a:clrScheme name="暗香扑面">
      <a:dk1>
        <a:sysClr val="windowText" lastClr="000000"/>
      </a:dk1>
      <a:lt1>
        <a:sysClr val="window" lastClr="FFFFFF"/>
      </a:lt1>
      <a:dk2>
        <a:srgbClr val="2F2F2F"/>
      </a:dk2>
      <a:lt2>
        <a:srgbClr val="FFFFF4"/>
      </a:lt2>
      <a:accent1>
        <a:srgbClr val="918415"/>
      </a:accent1>
      <a:accent2>
        <a:srgbClr val="C47546"/>
      </a:accent2>
      <a:accent3>
        <a:srgbClr val="AFB591"/>
      </a:accent3>
      <a:accent4>
        <a:srgbClr val="B9945B"/>
      </a:accent4>
      <a:accent5>
        <a:srgbClr val="85ADBC"/>
      </a:accent5>
      <a:accent6>
        <a:srgbClr val="E5B440"/>
      </a:accent6>
      <a:hlink>
        <a:srgbClr val="00D5D5"/>
      </a:hlink>
      <a:folHlink>
        <a:srgbClr val="DD00DD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0000"/>
                <a:satMod val="1000000"/>
              </a:schemeClr>
            </a:gs>
            <a:gs pos="31000">
              <a:schemeClr val="phClr">
                <a:shade val="85000"/>
                <a:satMod val="450000"/>
              </a:schemeClr>
            </a:gs>
            <a:gs pos="100000">
              <a:schemeClr val="phClr">
                <a:tint val="70000"/>
                <a:satMod val="300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2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火光</Template>
  <TotalTime>199</TotalTime>
  <Words>0</Words>
  <Application>Microsoft Office PowerPoint</Application>
  <PresentationFormat>全屏显示(4:3)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" baseType="lpstr">
      <vt:lpstr>暗香扑面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微软用户</dc:creator>
  <cp:lastModifiedBy>Wuy</cp:lastModifiedBy>
  <cp:revision>26</cp:revision>
  <dcterms:created xsi:type="dcterms:W3CDTF">2015-01-30T13:26:27Z</dcterms:created>
  <dcterms:modified xsi:type="dcterms:W3CDTF">2015-03-30T03:36:11Z</dcterms:modified>
</cp:coreProperties>
</file>