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9" r:id="rId1"/>
  </p:sldMasterIdLst>
  <p:notesMasterIdLst>
    <p:notesMasterId r:id="rId5"/>
  </p:notesMasterIdLst>
  <p:sldIdLst>
    <p:sldId id="258" r:id="rId2"/>
    <p:sldId id="260" r:id="rId3"/>
    <p:sldId id="257" r:id="rId4"/>
  </p:sldIdLst>
  <p:sldSz cx="9144000" cy="6858000" type="screen4x3"/>
  <p:notesSz cx="6858000" cy="9144000"/>
  <p:defaultTextStyle>
    <a:defPPr>
      <a:defRPr lang="zh-CN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Tahoma" pitchFamily="34" charset="0"/>
        <a:ea typeface="宋体" pitchFamily="2" charset="-122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Tahoma" pitchFamily="34" charset="0"/>
        <a:ea typeface="宋体" pitchFamily="2" charset="-122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Tahoma" pitchFamily="34" charset="0"/>
        <a:ea typeface="宋体" pitchFamily="2" charset="-122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Tahoma" pitchFamily="34" charset="0"/>
        <a:ea typeface="宋体" pitchFamily="2" charset="-122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Tahoma" pitchFamily="34" charset="0"/>
        <a:ea typeface="宋体" pitchFamily="2" charset="-122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Tahoma" pitchFamily="34" charset="0"/>
        <a:ea typeface="宋体" pitchFamily="2" charset="-122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Tahoma" pitchFamily="34" charset="0"/>
        <a:ea typeface="宋体" pitchFamily="2" charset="-122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Tahoma" pitchFamily="34" charset="0"/>
        <a:ea typeface="宋体" pitchFamily="2" charset="-122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Tahoma" pitchFamily="34" charset="0"/>
        <a:ea typeface="宋体" pitchFamily="2" charset="-122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0E6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MasterView">
  <p:normalViewPr>
    <p:restoredLeft sz="15620"/>
    <p:restoredTop sz="94660"/>
  </p:normalViewPr>
  <p:slideViewPr>
    <p:cSldViewPr>
      <p:cViewPr varScale="1">
        <p:scale>
          <a:sx n="65" d="100"/>
          <a:sy n="65" d="100"/>
        </p:scale>
        <p:origin x="-252" y="-10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3B925DD-5687-411E-AB4D-988BF3377F43}" type="datetimeFigureOut">
              <a:rPr lang="zh-CN" altLang="en-US" smtClean="0"/>
              <a:t>2013-8-26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879FD82-6BB5-4ECF-93A6-5036E0FB44B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4511825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1618" name="Group 2"/>
          <p:cNvGrpSpPr>
            <a:grpSpLocks/>
          </p:cNvGrpSpPr>
          <p:nvPr/>
        </p:nvGrpSpPr>
        <p:grpSpPr bwMode="auto">
          <a:xfrm>
            <a:off x="0" y="6350"/>
            <a:ext cx="9140825" cy="6851650"/>
            <a:chOff x="0" y="4"/>
            <a:chExt cx="5758" cy="4316"/>
          </a:xfrm>
        </p:grpSpPr>
        <p:grpSp>
          <p:nvGrpSpPr>
            <p:cNvPr id="111619" name="Group 3"/>
            <p:cNvGrpSpPr>
              <a:grpSpLocks/>
            </p:cNvGrpSpPr>
            <p:nvPr/>
          </p:nvGrpSpPr>
          <p:grpSpPr bwMode="auto">
            <a:xfrm>
              <a:off x="0" y="1161"/>
              <a:ext cx="5758" cy="3159"/>
              <a:chOff x="0" y="1161"/>
              <a:chExt cx="5758" cy="3159"/>
            </a:xfrm>
          </p:grpSpPr>
          <p:sp>
            <p:nvSpPr>
              <p:cNvPr id="111620" name="Freeform 4"/>
              <p:cNvSpPr>
                <a:spLocks/>
              </p:cNvSpPr>
              <p:nvPr/>
            </p:nvSpPr>
            <p:spPr bwMode="hidden">
              <a:xfrm>
                <a:off x="558" y="1161"/>
                <a:ext cx="5200" cy="3159"/>
              </a:xfrm>
              <a:custGeom>
                <a:avLst/>
                <a:gdLst>
                  <a:gd name="T0" fmla="*/ 0 w 5184"/>
                  <a:gd name="T1" fmla="*/ 3159 h 3159"/>
                  <a:gd name="T2" fmla="*/ 5184 w 5184"/>
                  <a:gd name="T3" fmla="*/ 3159 h 3159"/>
                  <a:gd name="T4" fmla="*/ 5184 w 5184"/>
                  <a:gd name="T5" fmla="*/ 0 h 3159"/>
                  <a:gd name="T6" fmla="*/ 0 w 5184"/>
                  <a:gd name="T7" fmla="*/ 0 h 3159"/>
                  <a:gd name="T8" fmla="*/ 0 w 5184"/>
                  <a:gd name="T9" fmla="*/ 3159 h 3159"/>
                  <a:gd name="T10" fmla="*/ 0 w 5184"/>
                  <a:gd name="T11" fmla="*/ 3159 h 315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5184" h="3159">
                    <a:moveTo>
                      <a:pt x="0" y="3159"/>
                    </a:moveTo>
                    <a:lnTo>
                      <a:pt x="5184" y="3159"/>
                    </a:lnTo>
                    <a:lnTo>
                      <a:pt x="5184" y="0"/>
                    </a:lnTo>
                    <a:lnTo>
                      <a:pt x="0" y="0"/>
                    </a:lnTo>
                    <a:lnTo>
                      <a:pt x="0" y="3159"/>
                    </a:lnTo>
                    <a:lnTo>
                      <a:pt x="0" y="3159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/>
                  </a:gs>
                  <a:gs pos="100000">
                    <a:schemeClr val="bg2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11621" name="Freeform 5"/>
              <p:cNvSpPr>
                <a:spLocks/>
              </p:cNvSpPr>
              <p:nvPr/>
            </p:nvSpPr>
            <p:spPr bwMode="hidden">
              <a:xfrm>
                <a:off x="0" y="1161"/>
                <a:ext cx="558" cy="3159"/>
              </a:xfrm>
              <a:custGeom>
                <a:avLst/>
                <a:gdLst>
                  <a:gd name="T0" fmla="*/ 0 w 556"/>
                  <a:gd name="T1" fmla="*/ 0 h 3159"/>
                  <a:gd name="T2" fmla="*/ 0 w 556"/>
                  <a:gd name="T3" fmla="*/ 3159 h 3159"/>
                  <a:gd name="T4" fmla="*/ 556 w 556"/>
                  <a:gd name="T5" fmla="*/ 3159 h 3159"/>
                  <a:gd name="T6" fmla="*/ 556 w 556"/>
                  <a:gd name="T7" fmla="*/ 0 h 3159"/>
                  <a:gd name="T8" fmla="*/ 0 w 556"/>
                  <a:gd name="T9" fmla="*/ 0 h 3159"/>
                  <a:gd name="T10" fmla="*/ 0 w 556"/>
                  <a:gd name="T11" fmla="*/ 0 h 315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556" h="3159">
                    <a:moveTo>
                      <a:pt x="0" y="0"/>
                    </a:moveTo>
                    <a:lnTo>
                      <a:pt x="0" y="3159"/>
                    </a:lnTo>
                    <a:lnTo>
                      <a:pt x="556" y="3159"/>
                    </a:lnTo>
                    <a:lnTo>
                      <a:pt x="556" y="0"/>
                    </a:ln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/>
                  </a:gs>
                  <a:gs pos="100000">
                    <a:schemeClr val="bg2"/>
                  </a:gs>
                </a:gsLst>
                <a:lin ang="54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sp>
          <p:nvSpPr>
            <p:cNvPr id="111622" name="Freeform 6"/>
            <p:cNvSpPr>
              <a:spLocks/>
            </p:cNvSpPr>
            <p:nvPr/>
          </p:nvSpPr>
          <p:spPr bwMode="ltGray">
            <a:xfrm>
              <a:off x="552" y="951"/>
              <a:ext cx="12" cy="420"/>
            </a:xfrm>
            <a:custGeom>
              <a:avLst/>
              <a:gdLst>
                <a:gd name="T0" fmla="*/ 0 w 12"/>
                <a:gd name="T1" fmla="*/ 0 h 420"/>
                <a:gd name="T2" fmla="*/ 0 w 12"/>
                <a:gd name="T3" fmla="*/ 420 h 420"/>
                <a:gd name="T4" fmla="*/ 12 w 12"/>
                <a:gd name="T5" fmla="*/ 420 h 420"/>
                <a:gd name="T6" fmla="*/ 12 w 12"/>
                <a:gd name="T7" fmla="*/ 0 h 420"/>
                <a:gd name="T8" fmla="*/ 0 w 12"/>
                <a:gd name="T9" fmla="*/ 0 h 420"/>
                <a:gd name="T10" fmla="*/ 0 w 12"/>
                <a:gd name="T11" fmla="*/ 0 h 4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2" h="420">
                  <a:moveTo>
                    <a:pt x="0" y="0"/>
                  </a:moveTo>
                  <a:lnTo>
                    <a:pt x="0" y="420"/>
                  </a:lnTo>
                  <a:lnTo>
                    <a:pt x="12" y="420"/>
                  </a:lnTo>
                  <a:lnTo>
                    <a:pt x="12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adFill rotWithShape="0">
              <a:gsLst>
                <a:gs pos="0">
                  <a:schemeClr val="accent2"/>
                </a:gs>
                <a:gs pos="50000">
                  <a:schemeClr val="hlink"/>
                </a:gs>
                <a:gs pos="100000">
                  <a:schemeClr val="accent2"/>
                </a:gs>
              </a:gsLst>
              <a:lin ang="54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1623" name="Freeform 7"/>
            <p:cNvSpPr>
              <a:spLocks/>
            </p:cNvSpPr>
            <p:nvPr/>
          </p:nvSpPr>
          <p:spPr bwMode="ltGray">
            <a:xfrm>
              <a:off x="767" y="1155"/>
              <a:ext cx="252" cy="12"/>
            </a:xfrm>
            <a:custGeom>
              <a:avLst/>
              <a:gdLst>
                <a:gd name="T0" fmla="*/ 251 w 251"/>
                <a:gd name="T1" fmla="*/ 0 h 12"/>
                <a:gd name="T2" fmla="*/ 0 w 251"/>
                <a:gd name="T3" fmla="*/ 0 h 12"/>
                <a:gd name="T4" fmla="*/ 0 w 251"/>
                <a:gd name="T5" fmla="*/ 12 h 12"/>
                <a:gd name="T6" fmla="*/ 251 w 251"/>
                <a:gd name="T7" fmla="*/ 12 h 12"/>
                <a:gd name="T8" fmla="*/ 251 w 251"/>
                <a:gd name="T9" fmla="*/ 0 h 12"/>
                <a:gd name="T10" fmla="*/ 251 w 251"/>
                <a:gd name="T11" fmla="*/ 0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251" h="12">
                  <a:moveTo>
                    <a:pt x="251" y="0"/>
                  </a:moveTo>
                  <a:lnTo>
                    <a:pt x="0" y="0"/>
                  </a:lnTo>
                  <a:lnTo>
                    <a:pt x="0" y="12"/>
                  </a:lnTo>
                  <a:lnTo>
                    <a:pt x="251" y="12"/>
                  </a:lnTo>
                  <a:lnTo>
                    <a:pt x="251" y="0"/>
                  </a:lnTo>
                  <a:lnTo>
                    <a:pt x="251" y="0"/>
                  </a:lnTo>
                  <a:close/>
                </a:path>
              </a:pathLst>
            </a:custGeom>
            <a:gradFill rotWithShape="0">
              <a:gsLst>
                <a:gs pos="0">
                  <a:schemeClr val="accent2"/>
                </a:gs>
                <a:gs pos="100000">
                  <a:schemeClr val="bg2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1624" name="Freeform 8"/>
            <p:cNvSpPr>
              <a:spLocks/>
            </p:cNvSpPr>
            <p:nvPr/>
          </p:nvSpPr>
          <p:spPr bwMode="ltGray">
            <a:xfrm>
              <a:off x="0" y="1155"/>
              <a:ext cx="351" cy="12"/>
            </a:xfrm>
            <a:custGeom>
              <a:avLst/>
              <a:gdLst>
                <a:gd name="T0" fmla="*/ 0 w 251"/>
                <a:gd name="T1" fmla="*/ 0 h 12"/>
                <a:gd name="T2" fmla="*/ 0 w 251"/>
                <a:gd name="T3" fmla="*/ 12 h 12"/>
                <a:gd name="T4" fmla="*/ 251 w 251"/>
                <a:gd name="T5" fmla="*/ 12 h 12"/>
                <a:gd name="T6" fmla="*/ 251 w 251"/>
                <a:gd name="T7" fmla="*/ 0 h 12"/>
                <a:gd name="T8" fmla="*/ 0 w 251"/>
                <a:gd name="T9" fmla="*/ 0 h 12"/>
                <a:gd name="T10" fmla="*/ 0 w 251"/>
                <a:gd name="T11" fmla="*/ 0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251" h="12">
                  <a:moveTo>
                    <a:pt x="0" y="0"/>
                  </a:moveTo>
                  <a:lnTo>
                    <a:pt x="0" y="12"/>
                  </a:lnTo>
                  <a:lnTo>
                    <a:pt x="251" y="12"/>
                  </a:lnTo>
                  <a:lnTo>
                    <a:pt x="251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adFill rotWithShape="0">
              <a:gsLst>
                <a:gs pos="0">
                  <a:schemeClr val="bg2"/>
                </a:gs>
                <a:gs pos="100000">
                  <a:schemeClr val="accent2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grpSp>
          <p:nvGrpSpPr>
            <p:cNvPr id="111625" name="Group 9"/>
            <p:cNvGrpSpPr>
              <a:grpSpLocks/>
            </p:cNvGrpSpPr>
            <p:nvPr/>
          </p:nvGrpSpPr>
          <p:grpSpPr bwMode="auto">
            <a:xfrm>
              <a:off x="348" y="4"/>
              <a:ext cx="5410" cy="4316"/>
              <a:chOff x="348" y="4"/>
              <a:chExt cx="5410" cy="4316"/>
            </a:xfrm>
          </p:grpSpPr>
          <p:sp>
            <p:nvSpPr>
              <p:cNvPr id="111626" name="Freeform 10"/>
              <p:cNvSpPr>
                <a:spLocks/>
              </p:cNvSpPr>
              <p:nvPr/>
            </p:nvSpPr>
            <p:spPr bwMode="ltGray">
              <a:xfrm>
                <a:off x="552" y="4"/>
                <a:ext cx="12" cy="695"/>
              </a:xfrm>
              <a:custGeom>
                <a:avLst/>
                <a:gdLst>
                  <a:gd name="T0" fmla="*/ 12 w 12"/>
                  <a:gd name="T1" fmla="*/ 0 h 695"/>
                  <a:gd name="T2" fmla="*/ 0 w 12"/>
                  <a:gd name="T3" fmla="*/ 0 h 695"/>
                  <a:gd name="T4" fmla="*/ 0 w 12"/>
                  <a:gd name="T5" fmla="*/ 695 h 695"/>
                  <a:gd name="T6" fmla="*/ 12 w 12"/>
                  <a:gd name="T7" fmla="*/ 695 h 695"/>
                  <a:gd name="T8" fmla="*/ 12 w 12"/>
                  <a:gd name="T9" fmla="*/ 0 h 695"/>
                  <a:gd name="T10" fmla="*/ 12 w 12"/>
                  <a:gd name="T11" fmla="*/ 0 h 69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12" h="695">
                    <a:moveTo>
                      <a:pt x="12" y="0"/>
                    </a:moveTo>
                    <a:lnTo>
                      <a:pt x="0" y="0"/>
                    </a:lnTo>
                    <a:lnTo>
                      <a:pt x="0" y="695"/>
                    </a:lnTo>
                    <a:lnTo>
                      <a:pt x="12" y="695"/>
                    </a:lnTo>
                    <a:lnTo>
                      <a:pt x="12" y="0"/>
                    </a:lnTo>
                    <a:lnTo>
                      <a:pt x="12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/>
                  </a:gs>
                  <a:gs pos="100000">
                    <a:schemeClr val="bg2"/>
                  </a:gs>
                </a:gsLst>
                <a:lin ang="54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11627" name="Freeform 11"/>
              <p:cNvSpPr>
                <a:spLocks/>
              </p:cNvSpPr>
              <p:nvPr/>
            </p:nvSpPr>
            <p:spPr bwMode="ltGray">
              <a:xfrm>
                <a:off x="552" y="1623"/>
                <a:ext cx="12" cy="2697"/>
              </a:xfrm>
              <a:custGeom>
                <a:avLst/>
                <a:gdLst>
                  <a:gd name="T0" fmla="*/ 0 w 12"/>
                  <a:gd name="T1" fmla="*/ 2697 h 2697"/>
                  <a:gd name="T2" fmla="*/ 12 w 12"/>
                  <a:gd name="T3" fmla="*/ 2697 h 2697"/>
                  <a:gd name="T4" fmla="*/ 12 w 12"/>
                  <a:gd name="T5" fmla="*/ 0 h 2697"/>
                  <a:gd name="T6" fmla="*/ 0 w 12"/>
                  <a:gd name="T7" fmla="*/ 0 h 2697"/>
                  <a:gd name="T8" fmla="*/ 0 w 12"/>
                  <a:gd name="T9" fmla="*/ 2697 h 2697"/>
                  <a:gd name="T10" fmla="*/ 0 w 12"/>
                  <a:gd name="T11" fmla="*/ 2697 h 269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12" h="2697">
                    <a:moveTo>
                      <a:pt x="0" y="2697"/>
                    </a:moveTo>
                    <a:lnTo>
                      <a:pt x="12" y="2697"/>
                    </a:lnTo>
                    <a:lnTo>
                      <a:pt x="12" y="0"/>
                    </a:lnTo>
                    <a:lnTo>
                      <a:pt x="0" y="0"/>
                    </a:lnTo>
                    <a:lnTo>
                      <a:pt x="0" y="2697"/>
                    </a:lnTo>
                    <a:lnTo>
                      <a:pt x="0" y="2697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2"/>
                  </a:gs>
                  <a:gs pos="100000">
                    <a:schemeClr val="bg1"/>
                  </a:gs>
                </a:gsLst>
                <a:lin ang="54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11628" name="Freeform 12"/>
              <p:cNvSpPr>
                <a:spLocks/>
              </p:cNvSpPr>
              <p:nvPr/>
            </p:nvSpPr>
            <p:spPr bwMode="ltGray">
              <a:xfrm>
                <a:off x="1019" y="1155"/>
                <a:ext cx="4739" cy="12"/>
              </a:xfrm>
              <a:custGeom>
                <a:avLst/>
                <a:gdLst>
                  <a:gd name="T0" fmla="*/ 4724 w 4724"/>
                  <a:gd name="T1" fmla="*/ 0 h 12"/>
                  <a:gd name="T2" fmla="*/ 0 w 4724"/>
                  <a:gd name="T3" fmla="*/ 0 h 12"/>
                  <a:gd name="T4" fmla="*/ 0 w 4724"/>
                  <a:gd name="T5" fmla="*/ 12 h 12"/>
                  <a:gd name="T6" fmla="*/ 4724 w 4724"/>
                  <a:gd name="T7" fmla="*/ 12 h 12"/>
                  <a:gd name="T8" fmla="*/ 4724 w 4724"/>
                  <a:gd name="T9" fmla="*/ 0 h 12"/>
                  <a:gd name="T10" fmla="*/ 4724 w 4724"/>
                  <a:gd name="T11" fmla="*/ 0 h 1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4724" h="12">
                    <a:moveTo>
                      <a:pt x="4724" y="0"/>
                    </a:moveTo>
                    <a:lnTo>
                      <a:pt x="0" y="0"/>
                    </a:lnTo>
                    <a:lnTo>
                      <a:pt x="0" y="12"/>
                    </a:lnTo>
                    <a:lnTo>
                      <a:pt x="4724" y="12"/>
                    </a:lnTo>
                    <a:lnTo>
                      <a:pt x="4724" y="0"/>
                    </a:lnTo>
                    <a:lnTo>
                      <a:pt x="4724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2"/>
                  </a:gs>
                  <a:gs pos="100000">
                    <a:schemeClr val="bg1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11629" name="Freeform 13"/>
              <p:cNvSpPr>
                <a:spLocks/>
              </p:cNvSpPr>
              <p:nvPr/>
            </p:nvSpPr>
            <p:spPr bwMode="ltGray">
              <a:xfrm>
                <a:off x="552" y="1371"/>
                <a:ext cx="12" cy="252"/>
              </a:xfrm>
              <a:custGeom>
                <a:avLst/>
                <a:gdLst>
                  <a:gd name="T0" fmla="*/ 0 w 12"/>
                  <a:gd name="T1" fmla="*/ 252 h 252"/>
                  <a:gd name="T2" fmla="*/ 12 w 12"/>
                  <a:gd name="T3" fmla="*/ 252 h 252"/>
                  <a:gd name="T4" fmla="*/ 12 w 12"/>
                  <a:gd name="T5" fmla="*/ 0 h 252"/>
                  <a:gd name="T6" fmla="*/ 0 w 12"/>
                  <a:gd name="T7" fmla="*/ 0 h 252"/>
                  <a:gd name="T8" fmla="*/ 0 w 12"/>
                  <a:gd name="T9" fmla="*/ 252 h 252"/>
                  <a:gd name="T10" fmla="*/ 0 w 12"/>
                  <a:gd name="T11" fmla="*/ 252 h 25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12" h="252">
                    <a:moveTo>
                      <a:pt x="0" y="252"/>
                    </a:moveTo>
                    <a:lnTo>
                      <a:pt x="12" y="252"/>
                    </a:lnTo>
                    <a:lnTo>
                      <a:pt x="12" y="0"/>
                    </a:lnTo>
                    <a:lnTo>
                      <a:pt x="0" y="0"/>
                    </a:lnTo>
                    <a:lnTo>
                      <a:pt x="0" y="252"/>
                    </a:lnTo>
                    <a:lnTo>
                      <a:pt x="0" y="252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accent2"/>
                  </a:gs>
                  <a:gs pos="100000">
                    <a:schemeClr val="bg2"/>
                  </a:gs>
                </a:gsLst>
                <a:lin ang="54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11630" name="Freeform 14"/>
              <p:cNvSpPr>
                <a:spLocks/>
              </p:cNvSpPr>
              <p:nvPr/>
            </p:nvSpPr>
            <p:spPr bwMode="ltGray">
              <a:xfrm>
                <a:off x="552" y="699"/>
                <a:ext cx="12" cy="252"/>
              </a:xfrm>
              <a:custGeom>
                <a:avLst/>
                <a:gdLst>
                  <a:gd name="T0" fmla="*/ 12 w 12"/>
                  <a:gd name="T1" fmla="*/ 0 h 252"/>
                  <a:gd name="T2" fmla="*/ 0 w 12"/>
                  <a:gd name="T3" fmla="*/ 0 h 252"/>
                  <a:gd name="T4" fmla="*/ 0 w 12"/>
                  <a:gd name="T5" fmla="*/ 252 h 252"/>
                  <a:gd name="T6" fmla="*/ 12 w 12"/>
                  <a:gd name="T7" fmla="*/ 252 h 252"/>
                  <a:gd name="T8" fmla="*/ 12 w 12"/>
                  <a:gd name="T9" fmla="*/ 0 h 252"/>
                  <a:gd name="T10" fmla="*/ 12 w 12"/>
                  <a:gd name="T11" fmla="*/ 0 h 25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12" h="252">
                    <a:moveTo>
                      <a:pt x="12" y="0"/>
                    </a:moveTo>
                    <a:lnTo>
                      <a:pt x="0" y="0"/>
                    </a:lnTo>
                    <a:lnTo>
                      <a:pt x="0" y="252"/>
                    </a:lnTo>
                    <a:lnTo>
                      <a:pt x="12" y="252"/>
                    </a:lnTo>
                    <a:lnTo>
                      <a:pt x="12" y="0"/>
                    </a:lnTo>
                    <a:lnTo>
                      <a:pt x="12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2"/>
                  </a:gs>
                  <a:gs pos="100000">
                    <a:schemeClr val="accent2"/>
                  </a:gs>
                </a:gsLst>
                <a:lin ang="54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11631" name="Freeform 15"/>
              <p:cNvSpPr>
                <a:spLocks/>
              </p:cNvSpPr>
              <p:nvPr/>
            </p:nvSpPr>
            <p:spPr bwMode="ltGray">
              <a:xfrm>
                <a:off x="348" y="1155"/>
                <a:ext cx="419" cy="12"/>
              </a:xfrm>
              <a:custGeom>
                <a:avLst/>
                <a:gdLst>
                  <a:gd name="T0" fmla="*/ 0 w 418"/>
                  <a:gd name="T1" fmla="*/ 0 h 12"/>
                  <a:gd name="T2" fmla="*/ 0 w 418"/>
                  <a:gd name="T3" fmla="*/ 12 h 12"/>
                  <a:gd name="T4" fmla="*/ 418 w 418"/>
                  <a:gd name="T5" fmla="*/ 12 h 12"/>
                  <a:gd name="T6" fmla="*/ 418 w 418"/>
                  <a:gd name="T7" fmla="*/ 0 h 12"/>
                  <a:gd name="T8" fmla="*/ 0 w 418"/>
                  <a:gd name="T9" fmla="*/ 0 h 12"/>
                  <a:gd name="T10" fmla="*/ 0 w 418"/>
                  <a:gd name="T11" fmla="*/ 0 h 1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418" h="12">
                    <a:moveTo>
                      <a:pt x="0" y="0"/>
                    </a:moveTo>
                    <a:lnTo>
                      <a:pt x="0" y="12"/>
                    </a:lnTo>
                    <a:lnTo>
                      <a:pt x="418" y="12"/>
                    </a:lnTo>
                    <a:lnTo>
                      <a:pt x="418" y="0"/>
                    </a:ln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accent2"/>
                  </a:gs>
                  <a:gs pos="50000">
                    <a:schemeClr val="hlink"/>
                  </a:gs>
                  <a:gs pos="100000">
                    <a:schemeClr val="accent2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</p:grpSp>
      <p:sp>
        <p:nvSpPr>
          <p:cNvPr id="111632" name="Rectangle 16"/>
          <p:cNvSpPr>
            <a:spLocks noGrp="1" noChangeArrowheads="1"/>
          </p:cNvSpPr>
          <p:nvPr>
            <p:ph type="ctrTitle" sz="quarter"/>
          </p:nvPr>
        </p:nvSpPr>
        <p:spPr>
          <a:xfrm>
            <a:off x="1066800" y="1997075"/>
            <a:ext cx="7086600" cy="1431925"/>
          </a:xfrm>
        </p:spPr>
        <p:txBody>
          <a:bodyPr anchor="b"/>
          <a:lstStyle>
            <a:lvl1pPr>
              <a:defRPr/>
            </a:lvl1pPr>
          </a:lstStyle>
          <a:p>
            <a:pPr lvl="0"/>
            <a:r>
              <a:rPr lang="zh-CN" altLang="en-US" noProof="0" smtClean="0"/>
              <a:t>单击此处编辑母版标题样式</a:t>
            </a:r>
          </a:p>
        </p:txBody>
      </p:sp>
      <p:sp>
        <p:nvSpPr>
          <p:cNvPr id="111633" name="Rectangle 17"/>
          <p:cNvSpPr>
            <a:spLocks noGrp="1" noChangeArrowheads="1"/>
          </p:cNvSpPr>
          <p:nvPr>
            <p:ph type="subTitle" sz="quarter" idx="1"/>
          </p:nvPr>
        </p:nvSpPr>
        <p:spPr>
          <a:xfrm>
            <a:off x="1066800" y="3886200"/>
            <a:ext cx="6400800" cy="1752600"/>
          </a:xfrm>
        </p:spPr>
        <p:txBody>
          <a:bodyPr/>
          <a:lstStyle>
            <a:lvl1pPr marL="0" indent="0">
              <a:buFont typeface="Wingdings" pitchFamily="2" charset="2"/>
              <a:buNone/>
              <a:defRPr/>
            </a:lvl1pPr>
          </a:lstStyle>
          <a:p>
            <a:pPr lvl="0"/>
            <a:r>
              <a:rPr lang="zh-CN" altLang="en-US" noProof="0" smtClean="0"/>
              <a:t>单击此处编辑母版副标题样式</a:t>
            </a:r>
          </a:p>
        </p:txBody>
      </p:sp>
      <p:sp>
        <p:nvSpPr>
          <p:cNvPr id="111634" name="Rectangle 18"/>
          <p:cNvSpPr>
            <a:spLocks noGrp="1" noChangeArrowheads="1"/>
          </p:cNvSpPr>
          <p:nvPr>
            <p:ph type="dt" sz="quarter" idx="2"/>
          </p:nvPr>
        </p:nvSpPr>
        <p:spPr>
          <a:xfrm>
            <a:off x="1066800" y="6248400"/>
            <a:ext cx="1905000" cy="457200"/>
          </a:xfrm>
        </p:spPr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111635" name="Rectangle 19"/>
          <p:cNvSpPr>
            <a:spLocks noGrp="1" noChangeArrowheads="1"/>
          </p:cNvSpPr>
          <p:nvPr>
            <p:ph type="ftr" sz="quarter" idx="3"/>
          </p:nvPr>
        </p:nvSpPr>
        <p:spPr>
          <a:xfrm>
            <a:off x="3352800" y="6248400"/>
            <a:ext cx="2895600" cy="457200"/>
          </a:xfrm>
        </p:spPr>
        <p:txBody>
          <a:bodyPr/>
          <a:lstStyle>
            <a:lvl1pPr>
              <a:defRPr/>
            </a:lvl1pPr>
          </a:lstStyle>
          <a:p>
            <a:endParaRPr lang="zh-CN" altLang="en-US" dirty="0" smtClean="0"/>
          </a:p>
        </p:txBody>
      </p:sp>
      <p:sp>
        <p:nvSpPr>
          <p:cNvPr id="111636" name="Rectangle 20"/>
          <p:cNvSpPr>
            <a:spLocks noGrp="1" noChangeArrowheads="1"/>
          </p:cNvSpPr>
          <p:nvPr>
            <p:ph type="sldNum" sz="quarter" idx="4"/>
          </p:nvPr>
        </p:nvSpPr>
        <p:spPr/>
        <p:txBody>
          <a:bodyPr/>
          <a:lstStyle>
            <a:lvl1pPr>
              <a:defRPr/>
            </a:lvl1pPr>
          </a:lstStyle>
          <a:p>
            <a:fld id="{320A8BCF-C745-4EAD-8AF1-C5EA31D854EA}" type="slidenum">
              <a:rPr lang="en-US" altLang="zh-CN"/>
              <a:pPr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3A7485AA-5927-4228-9E10-1DB1D285E7BA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67959357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8815966-3145-4DD2-A3E3-C72DF5F88170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56428425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1066800" y="1981200"/>
            <a:ext cx="36957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914900" y="1981200"/>
            <a:ext cx="36957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D7F9A4B0-A8D4-47E3-9327-14B43841585A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23467917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68025B5-6608-4087-8CD9-E469B094F303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80881260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>
          <a:xfrm>
            <a:off x="3312000" y="6228000"/>
            <a:ext cx="2895600" cy="457200"/>
          </a:xfrm>
        </p:spPr>
        <p:txBody>
          <a:bodyPr/>
          <a:lstStyle>
            <a:lvl1pPr>
              <a:defRPr sz="1000"/>
            </a:lvl1pPr>
          </a:lstStyle>
          <a:p>
            <a:endParaRPr lang="en-US" altLang="zh-CN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A8F0357F-7EC7-49C2-8878-BADDD03D992A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76893957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A7E402BE-ADC0-458E-AB4C-F9CD27E9DC91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7641469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2F926B7-30A9-4F03-847D-4ECC6B8A82B4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34974391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22B6733-4319-4F91-8355-E064F262DB12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60783305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71A76EF-8CF7-4264-9461-9F6B6D184269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8042607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724650" y="304800"/>
            <a:ext cx="1885950" cy="5791200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1066800" y="304800"/>
            <a:ext cx="5505450" cy="5791200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B46E9FF-5D75-4376-84BA-55AE5A6B95CA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94669027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0594" name="Group 2"/>
          <p:cNvGrpSpPr>
            <a:grpSpLocks/>
          </p:cNvGrpSpPr>
          <p:nvPr/>
        </p:nvGrpSpPr>
        <p:grpSpPr bwMode="auto">
          <a:xfrm>
            <a:off x="0" y="6350"/>
            <a:ext cx="9140825" cy="6851650"/>
            <a:chOff x="0" y="4"/>
            <a:chExt cx="5758" cy="4316"/>
          </a:xfrm>
        </p:grpSpPr>
        <p:sp>
          <p:nvSpPr>
            <p:cNvPr id="110595" name="Freeform 3"/>
            <p:cNvSpPr>
              <a:spLocks/>
            </p:cNvSpPr>
            <p:nvPr/>
          </p:nvSpPr>
          <p:spPr bwMode="hidden">
            <a:xfrm>
              <a:off x="558" y="1161"/>
              <a:ext cx="5200" cy="3159"/>
            </a:xfrm>
            <a:custGeom>
              <a:avLst/>
              <a:gdLst>
                <a:gd name="T0" fmla="*/ 0 w 5184"/>
                <a:gd name="T1" fmla="*/ 3159 h 3159"/>
                <a:gd name="T2" fmla="*/ 5184 w 5184"/>
                <a:gd name="T3" fmla="*/ 3159 h 3159"/>
                <a:gd name="T4" fmla="*/ 5184 w 5184"/>
                <a:gd name="T5" fmla="*/ 0 h 3159"/>
                <a:gd name="T6" fmla="*/ 0 w 5184"/>
                <a:gd name="T7" fmla="*/ 0 h 3159"/>
                <a:gd name="T8" fmla="*/ 0 w 5184"/>
                <a:gd name="T9" fmla="*/ 3159 h 3159"/>
                <a:gd name="T10" fmla="*/ 0 w 5184"/>
                <a:gd name="T11" fmla="*/ 3159 h 315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5184" h="3159">
                  <a:moveTo>
                    <a:pt x="0" y="3159"/>
                  </a:moveTo>
                  <a:lnTo>
                    <a:pt x="5184" y="3159"/>
                  </a:lnTo>
                  <a:lnTo>
                    <a:pt x="5184" y="0"/>
                  </a:lnTo>
                  <a:lnTo>
                    <a:pt x="0" y="0"/>
                  </a:lnTo>
                  <a:lnTo>
                    <a:pt x="0" y="3159"/>
                  </a:lnTo>
                  <a:lnTo>
                    <a:pt x="0" y="3159"/>
                  </a:lnTo>
                  <a:close/>
                </a:path>
              </a:pathLst>
            </a:custGeom>
            <a:gradFill rotWithShape="0">
              <a:gsLst>
                <a:gs pos="0">
                  <a:schemeClr val="bg1"/>
                </a:gs>
                <a:gs pos="100000">
                  <a:schemeClr val="bg2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0596" name="Freeform 4"/>
            <p:cNvSpPr>
              <a:spLocks/>
            </p:cNvSpPr>
            <p:nvPr/>
          </p:nvSpPr>
          <p:spPr bwMode="hidden">
            <a:xfrm>
              <a:off x="0" y="1161"/>
              <a:ext cx="558" cy="3159"/>
            </a:xfrm>
            <a:custGeom>
              <a:avLst/>
              <a:gdLst>
                <a:gd name="T0" fmla="*/ 0 w 556"/>
                <a:gd name="T1" fmla="*/ 0 h 3159"/>
                <a:gd name="T2" fmla="*/ 0 w 556"/>
                <a:gd name="T3" fmla="*/ 3159 h 3159"/>
                <a:gd name="T4" fmla="*/ 556 w 556"/>
                <a:gd name="T5" fmla="*/ 3159 h 3159"/>
                <a:gd name="T6" fmla="*/ 556 w 556"/>
                <a:gd name="T7" fmla="*/ 0 h 3159"/>
                <a:gd name="T8" fmla="*/ 0 w 556"/>
                <a:gd name="T9" fmla="*/ 0 h 3159"/>
                <a:gd name="T10" fmla="*/ 0 w 556"/>
                <a:gd name="T11" fmla="*/ 0 h 315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556" h="3159">
                  <a:moveTo>
                    <a:pt x="0" y="0"/>
                  </a:moveTo>
                  <a:lnTo>
                    <a:pt x="0" y="3159"/>
                  </a:lnTo>
                  <a:lnTo>
                    <a:pt x="556" y="3159"/>
                  </a:lnTo>
                  <a:lnTo>
                    <a:pt x="556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adFill rotWithShape="0">
              <a:gsLst>
                <a:gs pos="0">
                  <a:schemeClr val="bg1"/>
                </a:gs>
                <a:gs pos="100000">
                  <a:schemeClr val="bg2"/>
                </a:gs>
              </a:gsLst>
              <a:lin ang="54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grpSp>
          <p:nvGrpSpPr>
            <p:cNvPr id="110597" name="Group 5"/>
            <p:cNvGrpSpPr>
              <a:grpSpLocks/>
            </p:cNvGrpSpPr>
            <p:nvPr userDrawn="1"/>
          </p:nvGrpSpPr>
          <p:grpSpPr bwMode="auto">
            <a:xfrm>
              <a:off x="0" y="4"/>
              <a:ext cx="5758" cy="4316"/>
              <a:chOff x="0" y="4"/>
              <a:chExt cx="5758" cy="4316"/>
            </a:xfrm>
          </p:grpSpPr>
          <p:sp>
            <p:nvSpPr>
              <p:cNvPr id="110598" name="Freeform 6"/>
              <p:cNvSpPr>
                <a:spLocks/>
              </p:cNvSpPr>
              <p:nvPr/>
            </p:nvSpPr>
            <p:spPr bwMode="ltGray">
              <a:xfrm>
                <a:off x="552" y="4"/>
                <a:ext cx="12" cy="695"/>
              </a:xfrm>
              <a:custGeom>
                <a:avLst/>
                <a:gdLst>
                  <a:gd name="T0" fmla="*/ 12 w 12"/>
                  <a:gd name="T1" fmla="*/ 0 h 695"/>
                  <a:gd name="T2" fmla="*/ 0 w 12"/>
                  <a:gd name="T3" fmla="*/ 0 h 695"/>
                  <a:gd name="T4" fmla="*/ 0 w 12"/>
                  <a:gd name="T5" fmla="*/ 695 h 695"/>
                  <a:gd name="T6" fmla="*/ 12 w 12"/>
                  <a:gd name="T7" fmla="*/ 695 h 695"/>
                  <a:gd name="T8" fmla="*/ 12 w 12"/>
                  <a:gd name="T9" fmla="*/ 0 h 695"/>
                  <a:gd name="T10" fmla="*/ 12 w 12"/>
                  <a:gd name="T11" fmla="*/ 0 h 69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12" h="695">
                    <a:moveTo>
                      <a:pt x="12" y="0"/>
                    </a:moveTo>
                    <a:lnTo>
                      <a:pt x="0" y="0"/>
                    </a:lnTo>
                    <a:lnTo>
                      <a:pt x="0" y="695"/>
                    </a:lnTo>
                    <a:lnTo>
                      <a:pt x="12" y="695"/>
                    </a:lnTo>
                    <a:lnTo>
                      <a:pt x="12" y="0"/>
                    </a:lnTo>
                    <a:lnTo>
                      <a:pt x="12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/>
                  </a:gs>
                  <a:gs pos="100000">
                    <a:schemeClr val="bg2"/>
                  </a:gs>
                </a:gsLst>
                <a:lin ang="54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10599" name="Freeform 7"/>
              <p:cNvSpPr>
                <a:spLocks/>
              </p:cNvSpPr>
              <p:nvPr/>
            </p:nvSpPr>
            <p:spPr bwMode="ltGray">
              <a:xfrm>
                <a:off x="552" y="1623"/>
                <a:ext cx="12" cy="2697"/>
              </a:xfrm>
              <a:custGeom>
                <a:avLst/>
                <a:gdLst>
                  <a:gd name="T0" fmla="*/ 0 w 12"/>
                  <a:gd name="T1" fmla="*/ 2697 h 2697"/>
                  <a:gd name="T2" fmla="*/ 12 w 12"/>
                  <a:gd name="T3" fmla="*/ 2697 h 2697"/>
                  <a:gd name="T4" fmla="*/ 12 w 12"/>
                  <a:gd name="T5" fmla="*/ 0 h 2697"/>
                  <a:gd name="T6" fmla="*/ 0 w 12"/>
                  <a:gd name="T7" fmla="*/ 0 h 2697"/>
                  <a:gd name="T8" fmla="*/ 0 w 12"/>
                  <a:gd name="T9" fmla="*/ 2697 h 2697"/>
                  <a:gd name="T10" fmla="*/ 0 w 12"/>
                  <a:gd name="T11" fmla="*/ 2697 h 269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12" h="2697">
                    <a:moveTo>
                      <a:pt x="0" y="2697"/>
                    </a:moveTo>
                    <a:lnTo>
                      <a:pt x="12" y="2697"/>
                    </a:lnTo>
                    <a:lnTo>
                      <a:pt x="12" y="0"/>
                    </a:lnTo>
                    <a:lnTo>
                      <a:pt x="0" y="0"/>
                    </a:lnTo>
                    <a:lnTo>
                      <a:pt x="0" y="2697"/>
                    </a:lnTo>
                    <a:lnTo>
                      <a:pt x="0" y="2697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2"/>
                  </a:gs>
                  <a:gs pos="100000">
                    <a:schemeClr val="bg1"/>
                  </a:gs>
                </a:gsLst>
                <a:lin ang="54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10600" name="Freeform 8"/>
              <p:cNvSpPr>
                <a:spLocks/>
              </p:cNvSpPr>
              <p:nvPr/>
            </p:nvSpPr>
            <p:spPr bwMode="ltGray">
              <a:xfrm>
                <a:off x="1019" y="1155"/>
                <a:ext cx="4739" cy="12"/>
              </a:xfrm>
              <a:custGeom>
                <a:avLst/>
                <a:gdLst>
                  <a:gd name="T0" fmla="*/ 4724 w 4724"/>
                  <a:gd name="T1" fmla="*/ 0 h 12"/>
                  <a:gd name="T2" fmla="*/ 0 w 4724"/>
                  <a:gd name="T3" fmla="*/ 0 h 12"/>
                  <a:gd name="T4" fmla="*/ 0 w 4724"/>
                  <a:gd name="T5" fmla="*/ 12 h 12"/>
                  <a:gd name="T6" fmla="*/ 4724 w 4724"/>
                  <a:gd name="T7" fmla="*/ 12 h 12"/>
                  <a:gd name="T8" fmla="*/ 4724 w 4724"/>
                  <a:gd name="T9" fmla="*/ 0 h 12"/>
                  <a:gd name="T10" fmla="*/ 4724 w 4724"/>
                  <a:gd name="T11" fmla="*/ 0 h 1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4724" h="12">
                    <a:moveTo>
                      <a:pt x="4724" y="0"/>
                    </a:moveTo>
                    <a:lnTo>
                      <a:pt x="0" y="0"/>
                    </a:lnTo>
                    <a:lnTo>
                      <a:pt x="0" y="12"/>
                    </a:lnTo>
                    <a:lnTo>
                      <a:pt x="4724" y="12"/>
                    </a:lnTo>
                    <a:lnTo>
                      <a:pt x="4724" y="0"/>
                    </a:lnTo>
                    <a:lnTo>
                      <a:pt x="4724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2"/>
                  </a:gs>
                  <a:gs pos="100000">
                    <a:schemeClr val="bg1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10601" name="Freeform 9"/>
              <p:cNvSpPr>
                <a:spLocks/>
              </p:cNvSpPr>
              <p:nvPr/>
            </p:nvSpPr>
            <p:spPr bwMode="ltGray">
              <a:xfrm>
                <a:off x="552" y="1371"/>
                <a:ext cx="12" cy="252"/>
              </a:xfrm>
              <a:custGeom>
                <a:avLst/>
                <a:gdLst>
                  <a:gd name="T0" fmla="*/ 0 w 12"/>
                  <a:gd name="T1" fmla="*/ 252 h 252"/>
                  <a:gd name="T2" fmla="*/ 12 w 12"/>
                  <a:gd name="T3" fmla="*/ 252 h 252"/>
                  <a:gd name="T4" fmla="*/ 12 w 12"/>
                  <a:gd name="T5" fmla="*/ 0 h 252"/>
                  <a:gd name="T6" fmla="*/ 0 w 12"/>
                  <a:gd name="T7" fmla="*/ 0 h 252"/>
                  <a:gd name="T8" fmla="*/ 0 w 12"/>
                  <a:gd name="T9" fmla="*/ 252 h 252"/>
                  <a:gd name="T10" fmla="*/ 0 w 12"/>
                  <a:gd name="T11" fmla="*/ 252 h 25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12" h="252">
                    <a:moveTo>
                      <a:pt x="0" y="252"/>
                    </a:moveTo>
                    <a:lnTo>
                      <a:pt x="12" y="252"/>
                    </a:lnTo>
                    <a:lnTo>
                      <a:pt x="12" y="0"/>
                    </a:lnTo>
                    <a:lnTo>
                      <a:pt x="0" y="0"/>
                    </a:lnTo>
                    <a:lnTo>
                      <a:pt x="0" y="252"/>
                    </a:lnTo>
                    <a:lnTo>
                      <a:pt x="0" y="252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accent2"/>
                  </a:gs>
                  <a:gs pos="100000">
                    <a:schemeClr val="bg2"/>
                  </a:gs>
                </a:gsLst>
                <a:lin ang="54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10602" name="Freeform 10"/>
              <p:cNvSpPr>
                <a:spLocks/>
              </p:cNvSpPr>
              <p:nvPr/>
            </p:nvSpPr>
            <p:spPr bwMode="ltGray">
              <a:xfrm>
                <a:off x="552" y="699"/>
                <a:ext cx="12" cy="252"/>
              </a:xfrm>
              <a:custGeom>
                <a:avLst/>
                <a:gdLst>
                  <a:gd name="T0" fmla="*/ 12 w 12"/>
                  <a:gd name="T1" fmla="*/ 0 h 252"/>
                  <a:gd name="T2" fmla="*/ 0 w 12"/>
                  <a:gd name="T3" fmla="*/ 0 h 252"/>
                  <a:gd name="T4" fmla="*/ 0 w 12"/>
                  <a:gd name="T5" fmla="*/ 252 h 252"/>
                  <a:gd name="T6" fmla="*/ 12 w 12"/>
                  <a:gd name="T7" fmla="*/ 252 h 252"/>
                  <a:gd name="T8" fmla="*/ 12 w 12"/>
                  <a:gd name="T9" fmla="*/ 0 h 252"/>
                  <a:gd name="T10" fmla="*/ 12 w 12"/>
                  <a:gd name="T11" fmla="*/ 0 h 25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12" h="252">
                    <a:moveTo>
                      <a:pt x="12" y="0"/>
                    </a:moveTo>
                    <a:lnTo>
                      <a:pt x="0" y="0"/>
                    </a:lnTo>
                    <a:lnTo>
                      <a:pt x="0" y="252"/>
                    </a:lnTo>
                    <a:lnTo>
                      <a:pt x="12" y="252"/>
                    </a:lnTo>
                    <a:lnTo>
                      <a:pt x="12" y="0"/>
                    </a:lnTo>
                    <a:lnTo>
                      <a:pt x="12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2"/>
                  </a:gs>
                  <a:gs pos="100000">
                    <a:schemeClr val="accent2"/>
                  </a:gs>
                </a:gsLst>
                <a:lin ang="54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10603" name="Freeform 11"/>
              <p:cNvSpPr>
                <a:spLocks/>
              </p:cNvSpPr>
              <p:nvPr/>
            </p:nvSpPr>
            <p:spPr bwMode="ltGray">
              <a:xfrm>
                <a:off x="552" y="951"/>
                <a:ext cx="12" cy="420"/>
              </a:xfrm>
              <a:custGeom>
                <a:avLst/>
                <a:gdLst>
                  <a:gd name="T0" fmla="*/ 0 w 12"/>
                  <a:gd name="T1" fmla="*/ 0 h 420"/>
                  <a:gd name="T2" fmla="*/ 0 w 12"/>
                  <a:gd name="T3" fmla="*/ 420 h 420"/>
                  <a:gd name="T4" fmla="*/ 12 w 12"/>
                  <a:gd name="T5" fmla="*/ 420 h 420"/>
                  <a:gd name="T6" fmla="*/ 12 w 12"/>
                  <a:gd name="T7" fmla="*/ 0 h 420"/>
                  <a:gd name="T8" fmla="*/ 0 w 12"/>
                  <a:gd name="T9" fmla="*/ 0 h 420"/>
                  <a:gd name="T10" fmla="*/ 0 w 12"/>
                  <a:gd name="T11" fmla="*/ 0 h 42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12" h="420">
                    <a:moveTo>
                      <a:pt x="0" y="0"/>
                    </a:moveTo>
                    <a:lnTo>
                      <a:pt x="0" y="420"/>
                    </a:lnTo>
                    <a:lnTo>
                      <a:pt x="12" y="420"/>
                    </a:lnTo>
                    <a:lnTo>
                      <a:pt x="12" y="0"/>
                    </a:ln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accent2"/>
                  </a:gs>
                  <a:gs pos="50000">
                    <a:schemeClr val="hlink"/>
                  </a:gs>
                  <a:gs pos="100000">
                    <a:schemeClr val="accent2"/>
                  </a:gs>
                </a:gsLst>
                <a:lin ang="54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10604" name="Freeform 12"/>
              <p:cNvSpPr>
                <a:spLocks/>
              </p:cNvSpPr>
              <p:nvPr/>
            </p:nvSpPr>
            <p:spPr bwMode="ltGray">
              <a:xfrm>
                <a:off x="0" y="1155"/>
                <a:ext cx="351" cy="12"/>
              </a:xfrm>
              <a:custGeom>
                <a:avLst/>
                <a:gdLst>
                  <a:gd name="T0" fmla="*/ 0 w 251"/>
                  <a:gd name="T1" fmla="*/ 0 h 12"/>
                  <a:gd name="T2" fmla="*/ 0 w 251"/>
                  <a:gd name="T3" fmla="*/ 12 h 12"/>
                  <a:gd name="T4" fmla="*/ 251 w 251"/>
                  <a:gd name="T5" fmla="*/ 12 h 12"/>
                  <a:gd name="T6" fmla="*/ 251 w 251"/>
                  <a:gd name="T7" fmla="*/ 0 h 12"/>
                  <a:gd name="T8" fmla="*/ 0 w 251"/>
                  <a:gd name="T9" fmla="*/ 0 h 12"/>
                  <a:gd name="T10" fmla="*/ 0 w 251"/>
                  <a:gd name="T11" fmla="*/ 0 h 1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251" h="12">
                    <a:moveTo>
                      <a:pt x="0" y="0"/>
                    </a:moveTo>
                    <a:lnTo>
                      <a:pt x="0" y="12"/>
                    </a:lnTo>
                    <a:lnTo>
                      <a:pt x="251" y="12"/>
                    </a:lnTo>
                    <a:lnTo>
                      <a:pt x="251" y="0"/>
                    </a:ln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2"/>
                  </a:gs>
                  <a:gs pos="100000">
                    <a:schemeClr val="accent2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10605" name="Freeform 13"/>
              <p:cNvSpPr>
                <a:spLocks/>
              </p:cNvSpPr>
              <p:nvPr/>
            </p:nvSpPr>
            <p:spPr bwMode="ltGray">
              <a:xfrm>
                <a:off x="767" y="1155"/>
                <a:ext cx="252" cy="12"/>
              </a:xfrm>
              <a:custGeom>
                <a:avLst/>
                <a:gdLst>
                  <a:gd name="T0" fmla="*/ 251 w 251"/>
                  <a:gd name="T1" fmla="*/ 0 h 12"/>
                  <a:gd name="T2" fmla="*/ 0 w 251"/>
                  <a:gd name="T3" fmla="*/ 0 h 12"/>
                  <a:gd name="T4" fmla="*/ 0 w 251"/>
                  <a:gd name="T5" fmla="*/ 12 h 12"/>
                  <a:gd name="T6" fmla="*/ 251 w 251"/>
                  <a:gd name="T7" fmla="*/ 12 h 12"/>
                  <a:gd name="T8" fmla="*/ 251 w 251"/>
                  <a:gd name="T9" fmla="*/ 0 h 12"/>
                  <a:gd name="T10" fmla="*/ 251 w 251"/>
                  <a:gd name="T11" fmla="*/ 0 h 1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251" h="12">
                    <a:moveTo>
                      <a:pt x="251" y="0"/>
                    </a:moveTo>
                    <a:lnTo>
                      <a:pt x="0" y="0"/>
                    </a:lnTo>
                    <a:lnTo>
                      <a:pt x="0" y="12"/>
                    </a:lnTo>
                    <a:lnTo>
                      <a:pt x="251" y="12"/>
                    </a:lnTo>
                    <a:lnTo>
                      <a:pt x="251" y="0"/>
                    </a:lnTo>
                    <a:lnTo>
                      <a:pt x="251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accent2"/>
                  </a:gs>
                  <a:gs pos="100000">
                    <a:schemeClr val="bg2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10606" name="Freeform 14"/>
              <p:cNvSpPr>
                <a:spLocks/>
              </p:cNvSpPr>
              <p:nvPr/>
            </p:nvSpPr>
            <p:spPr bwMode="ltGray">
              <a:xfrm>
                <a:off x="348" y="1155"/>
                <a:ext cx="419" cy="12"/>
              </a:xfrm>
              <a:custGeom>
                <a:avLst/>
                <a:gdLst>
                  <a:gd name="T0" fmla="*/ 0 w 418"/>
                  <a:gd name="T1" fmla="*/ 0 h 12"/>
                  <a:gd name="T2" fmla="*/ 0 w 418"/>
                  <a:gd name="T3" fmla="*/ 12 h 12"/>
                  <a:gd name="T4" fmla="*/ 418 w 418"/>
                  <a:gd name="T5" fmla="*/ 12 h 12"/>
                  <a:gd name="T6" fmla="*/ 418 w 418"/>
                  <a:gd name="T7" fmla="*/ 0 h 12"/>
                  <a:gd name="T8" fmla="*/ 0 w 418"/>
                  <a:gd name="T9" fmla="*/ 0 h 12"/>
                  <a:gd name="T10" fmla="*/ 0 w 418"/>
                  <a:gd name="T11" fmla="*/ 0 h 1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418" h="12">
                    <a:moveTo>
                      <a:pt x="0" y="0"/>
                    </a:moveTo>
                    <a:lnTo>
                      <a:pt x="0" y="12"/>
                    </a:lnTo>
                    <a:lnTo>
                      <a:pt x="418" y="12"/>
                    </a:lnTo>
                    <a:lnTo>
                      <a:pt x="418" y="0"/>
                    </a:ln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accent2"/>
                  </a:gs>
                  <a:gs pos="50000">
                    <a:schemeClr val="hlink"/>
                  </a:gs>
                  <a:gs pos="100000">
                    <a:schemeClr val="accent2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</p:grpSp>
      <p:sp>
        <p:nvSpPr>
          <p:cNvPr id="110607" name="Rectangle 15"/>
          <p:cNvSpPr>
            <a:spLocks noGrp="1" noChangeArrowheads="1"/>
          </p:cNvSpPr>
          <p:nvPr>
            <p:ph type="title"/>
          </p:nvPr>
        </p:nvSpPr>
        <p:spPr bwMode="auto">
          <a:xfrm>
            <a:off x="1066800" y="304800"/>
            <a:ext cx="7543800" cy="14319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smtClean="0"/>
              <a:t>单击此处编辑母版标题样式</a:t>
            </a:r>
          </a:p>
        </p:txBody>
      </p:sp>
      <p:sp>
        <p:nvSpPr>
          <p:cNvPr id="110608" name="Rectangle 16"/>
          <p:cNvSpPr>
            <a:spLocks noGrp="1" noChangeArrowheads="1"/>
          </p:cNvSpPr>
          <p:nvPr>
            <p:ph type="body" idx="1"/>
          </p:nvPr>
        </p:nvSpPr>
        <p:spPr bwMode="auto">
          <a:xfrm>
            <a:off x="1066800" y="1981200"/>
            <a:ext cx="7543800" cy="411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dirty="0" smtClean="0"/>
              <a:t>单击此处编辑母版文本样式</a:t>
            </a:r>
          </a:p>
          <a:p>
            <a:pPr lvl="1"/>
            <a:r>
              <a:rPr lang="zh-CN" altLang="en-US" dirty="0" smtClean="0"/>
              <a:t>第二级</a:t>
            </a:r>
          </a:p>
          <a:p>
            <a:pPr lvl="2"/>
            <a:r>
              <a:rPr lang="zh-CN" altLang="en-US" dirty="0" smtClean="0"/>
              <a:t>第三级</a:t>
            </a:r>
          </a:p>
          <a:p>
            <a:pPr lvl="3"/>
            <a:r>
              <a:rPr lang="zh-CN" altLang="en-US" dirty="0" smtClean="0"/>
              <a:t>第四级</a:t>
            </a:r>
          </a:p>
          <a:p>
            <a:pPr lvl="4"/>
            <a:r>
              <a:rPr lang="zh-CN" altLang="en-US" dirty="0" smtClean="0"/>
              <a:t>第五级</a:t>
            </a:r>
          </a:p>
        </p:txBody>
      </p:sp>
      <p:sp>
        <p:nvSpPr>
          <p:cNvPr id="110609" name="Rectangle 17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1403350" y="6237288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000">
                <a:effectLst>
                  <a:outerShdw blurRad="38100" dist="38100" dir="2700000" algn="tl">
                    <a:srgbClr val="000000"/>
                  </a:outerShdw>
                </a:effectLst>
              </a:defRPr>
            </a:lvl1pPr>
          </a:lstStyle>
          <a:p>
            <a:endParaRPr lang="en-US" altLang="zh-CN"/>
          </a:p>
        </p:txBody>
      </p:sp>
      <p:sp>
        <p:nvSpPr>
          <p:cNvPr id="110610" name="Rectangle 18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312000" y="6228000"/>
            <a:ext cx="2895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000">
                <a:effectLst>
                  <a:outerShdw blurRad="38100" dist="38100" dir="2700000" algn="tl">
                    <a:srgbClr val="000000"/>
                  </a:outerShdw>
                </a:effectLst>
              </a:defRPr>
            </a:lvl1pPr>
          </a:lstStyle>
          <a:p>
            <a:endParaRPr lang="en-US" altLang="zh-CN" dirty="0"/>
          </a:p>
        </p:txBody>
      </p:sp>
      <p:sp>
        <p:nvSpPr>
          <p:cNvPr id="110611" name="Rectangle 19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7056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000">
                <a:effectLst>
                  <a:outerShdw blurRad="38100" dist="38100" dir="2700000" algn="tl">
                    <a:srgbClr val="000000"/>
                  </a:outerShdw>
                </a:effectLst>
              </a:defRPr>
            </a:lvl1pPr>
          </a:lstStyle>
          <a:p>
            <a:fld id="{1FB48F21-CC1D-49F5-9F47-F5F3A59FDFD8}" type="slidenum">
              <a:rPr lang="en-US" altLang="zh-CN"/>
              <a:pPr/>
              <a:t>‹#›</a:t>
            </a:fld>
            <a:endParaRPr lang="en-US" altLang="zh-CN"/>
          </a:p>
        </p:txBody>
      </p:sp>
    </p:spTree>
  </p:cSld>
  <p:clrMap bg1="dk2" tx1="lt1" bg2="dk1" tx2="lt2" accent1="accent1" accent2="accent2" accent3="accent3" accent4="accent4" accent5="accent5" accent6="accent6" hlink="hlink" folHlink="folHlink"/>
  <p:sldLayoutIdLst>
    <p:sldLayoutId id="2147483700" r:id="rId1"/>
    <p:sldLayoutId id="2147483701" r:id="rId2"/>
    <p:sldLayoutId id="2147483702" r:id="rId3"/>
    <p:sldLayoutId id="2147483703" r:id="rId4"/>
    <p:sldLayoutId id="2147483704" r:id="rId5"/>
    <p:sldLayoutId id="2147483705" r:id="rId6"/>
    <p:sldLayoutId id="2147483706" r:id="rId7"/>
    <p:sldLayoutId id="2147483707" r:id="rId8"/>
    <p:sldLayoutId id="2147483708" r:id="rId9"/>
    <p:sldLayoutId id="2147483709" r:id="rId10"/>
    <p:sldLayoutId id="2147483710" r:id="rId11"/>
  </p:sldLayoutIdLst>
  <p:timing>
    <p:tnLst>
      <p:par>
        <p:cTn id="1" dur="indefinite" restart="never" nodeType="tmRoot"/>
      </p:par>
    </p:tnLst>
  </p:timing>
  <p:hf sldNum="0" hdr="0" ftr="0" dt="0"/>
  <p:txStyles>
    <p:titleStyle>
      <a:lvl1pPr algn="l" rtl="0" fontAlgn="base">
        <a:spcBef>
          <a:spcPct val="0"/>
        </a:spcBef>
        <a:spcAft>
          <a:spcPct val="0"/>
        </a:spcAft>
        <a:defRPr sz="4400" b="1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+mj-lt"/>
          <a:ea typeface="+mj-ea"/>
          <a:cs typeface="+mj-cs"/>
        </a:defRPr>
      </a:lvl1pPr>
      <a:lvl2pPr algn="l" rtl="0" fontAlgn="base">
        <a:spcBef>
          <a:spcPct val="0"/>
        </a:spcBef>
        <a:spcAft>
          <a:spcPct val="0"/>
        </a:spcAft>
        <a:defRPr sz="4400" b="1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Tahoma" pitchFamily="34" charset="0"/>
          <a:ea typeface="宋体" pitchFamily="2" charset="-122"/>
        </a:defRPr>
      </a:lvl2pPr>
      <a:lvl3pPr algn="l" rtl="0" fontAlgn="base">
        <a:spcBef>
          <a:spcPct val="0"/>
        </a:spcBef>
        <a:spcAft>
          <a:spcPct val="0"/>
        </a:spcAft>
        <a:defRPr sz="4400" b="1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Tahoma" pitchFamily="34" charset="0"/>
          <a:ea typeface="宋体" pitchFamily="2" charset="-122"/>
        </a:defRPr>
      </a:lvl3pPr>
      <a:lvl4pPr algn="l" rtl="0" fontAlgn="base">
        <a:spcBef>
          <a:spcPct val="0"/>
        </a:spcBef>
        <a:spcAft>
          <a:spcPct val="0"/>
        </a:spcAft>
        <a:defRPr sz="4400" b="1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Tahoma" pitchFamily="34" charset="0"/>
          <a:ea typeface="宋体" pitchFamily="2" charset="-122"/>
        </a:defRPr>
      </a:lvl4pPr>
      <a:lvl5pPr algn="l" rtl="0" fontAlgn="base">
        <a:spcBef>
          <a:spcPct val="0"/>
        </a:spcBef>
        <a:spcAft>
          <a:spcPct val="0"/>
        </a:spcAft>
        <a:defRPr sz="4400" b="1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Tahoma" pitchFamily="34" charset="0"/>
          <a:ea typeface="宋体" pitchFamily="2" charset="-122"/>
        </a:defRPr>
      </a:lvl5pPr>
      <a:lvl6pPr marL="457200" algn="l" rtl="0" fontAlgn="base">
        <a:spcBef>
          <a:spcPct val="0"/>
        </a:spcBef>
        <a:spcAft>
          <a:spcPct val="0"/>
        </a:spcAft>
        <a:defRPr sz="4400" b="1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Tahoma" pitchFamily="34" charset="0"/>
          <a:ea typeface="宋体" pitchFamily="2" charset="-122"/>
        </a:defRPr>
      </a:lvl6pPr>
      <a:lvl7pPr marL="914400" algn="l" rtl="0" fontAlgn="base">
        <a:spcBef>
          <a:spcPct val="0"/>
        </a:spcBef>
        <a:spcAft>
          <a:spcPct val="0"/>
        </a:spcAft>
        <a:defRPr sz="4400" b="1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Tahoma" pitchFamily="34" charset="0"/>
          <a:ea typeface="宋体" pitchFamily="2" charset="-122"/>
        </a:defRPr>
      </a:lvl7pPr>
      <a:lvl8pPr marL="1371600" algn="l" rtl="0" fontAlgn="base">
        <a:spcBef>
          <a:spcPct val="0"/>
        </a:spcBef>
        <a:spcAft>
          <a:spcPct val="0"/>
        </a:spcAft>
        <a:defRPr sz="4400" b="1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Tahoma" pitchFamily="34" charset="0"/>
          <a:ea typeface="宋体" pitchFamily="2" charset="-122"/>
        </a:defRPr>
      </a:lvl8pPr>
      <a:lvl9pPr marL="1828800" algn="l" rtl="0" fontAlgn="base">
        <a:spcBef>
          <a:spcPct val="0"/>
        </a:spcBef>
        <a:spcAft>
          <a:spcPct val="0"/>
        </a:spcAft>
        <a:defRPr sz="4400" b="1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Tahoma" pitchFamily="34" charset="0"/>
          <a:ea typeface="宋体" pitchFamily="2" charset="-122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Clr>
          <a:schemeClr val="hlink"/>
        </a:buClr>
        <a:buSzPct val="70000"/>
        <a:buFont typeface="Wingdings" pitchFamily="2" charset="2"/>
        <a:buChar char="n"/>
        <a:defRPr sz="32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ea typeface="+mn-ea"/>
          <a:cs typeface="+mn-cs"/>
        </a:defRPr>
      </a:lvl1pPr>
      <a:lvl2pPr marL="742950" indent="-285750" algn="l" rtl="0" fontAlgn="base">
        <a:spcBef>
          <a:spcPct val="20000"/>
        </a:spcBef>
        <a:spcAft>
          <a:spcPct val="0"/>
        </a:spcAft>
        <a:buClr>
          <a:schemeClr val="tx1"/>
        </a:buClr>
        <a:buChar char="–"/>
        <a:defRPr sz="28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ea typeface="+mn-ea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Clr>
          <a:schemeClr val="hlink"/>
        </a:buClr>
        <a:buSzPct val="70000"/>
        <a:buFont typeface="Wingdings" pitchFamily="2" charset="2"/>
        <a:buChar char="n"/>
        <a:defRPr sz="24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ea typeface="+mn-ea"/>
        </a:defRPr>
      </a:lvl3pPr>
      <a:lvl4pPr marL="1600200" indent="-228600" algn="l" rtl="0" fontAlgn="base">
        <a:spcBef>
          <a:spcPct val="20000"/>
        </a:spcBef>
        <a:spcAft>
          <a:spcPct val="0"/>
        </a:spcAft>
        <a:buClr>
          <a:schemeClr val="tx1"/>
        </a:buClr>
        <a:buChar char="–"/>
        <a:defRPr sz="20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ea typeface="+mn-ea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Clr>
          <a:schemeClr val="hlink"/>
        </a:buClr>
        <a:buSzPct val="70000"/>
        <a:buFont typeface="Wingdings" pitchFamily="2" charset="2"/>
        <a:buChar char="n"/>
        <a:defRPr sz="20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lr>
          <a:schemeClr val="hlink"/>
        </a:buClr>
        <a:buSzPct val="70000"/>
        <a:buFont typeface="Wingdings" pitchFamily="2" charset="2"/>
        <a:buChar char="n"/>
        <a:defRPr sz="20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lr>
          <a:schemeClr val="hlink"/>
        </a:buClr>
        <a:buSzPct val="70000"/>
        <a:buFont typeface="Wingdings" pitchFamily="2" charset="2"/>
        <a:buChar char="n"/>
        <a:defRPr sz="20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lr>
          <a:schemeClr val="hlink"/>
        </a:buClr>
        <a:buSzPct val="70000"/>
        <a:buFont typeface="Wingdings" pitchFamily="2" charset="2"/>
        <a:buChar char="n"/>
        <a:defRPr sz="20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lr>
          <a:schemeClr val="hlink"/>
        </a:buClr>
        <a:buSzPct val="70000"/>
        <a:buFont typeface="Wingdings" pitchFamily="2" charset="2"/>
        <a:buChar char="n"/>
        <a:defRPr sz="20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搜狐社区网友上传图片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7584" y="2852936"/>
            <a:ext cx="3086100" cy="19526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" name="Picture 7" descr="搜狐社区网友上传图片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20072" y="2852936"/>
            <a:ext cx="3086100" cy="19526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19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endParaRPr lang="zh-CN" altLang="zh-CN"/>
          </a:p>
        </p:txBody>
      </p:sp>
      <p:sp>
        <p:nvSpPr>
          <p:cNvPr id="13619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90000"/>
              </a:lnSpc>
            </a:pPr>
            <a:r>
              <a:rPr lang="zh-CN" altLang="en-US" sz="2800"/>
              <a:t>艾普尔</a:t>
            </a:r>
            <a:r>
              <a:rPr lang="en-US" altLang="zh-CN" sz="2800">
                <a:latin typeface="Arial"/>
              </a:rPr>
              <a:t>·</a:t>
            </a:r>
            <a:r>
              <a:rPr lang="zh-CN" altLang="en-US" sz="2800"/>
              <a:t>约翰逊说，</a:t>
            </a:r>
            <a:r>
              <a:rPr lang="zh-CN" altLang="en-US" sz="2800">
                <a:latin typeface="Arial"/>
              </a:rPr>
              <a:t>“</a:t>
            </a:r>
            <a:r>
              <a:rPr lang="zh-CN" altLang="en-US" sz="2800"/>
              <a:t>鸭子通常只被看成是病毒的携带者，而不是直接威胁。</a:t>
            </a:r>
            <a:r>
              <a:rPr lang="zh-CN" altLang="en-US" sz="2800">
                <a:latin typeface="Arial"/>
              </a:rPr>
              <a:t>”</a:t>
            </a:r>
            <a:r>
              <a:rPr lang="zh-CN" altLang="en-US" sz="2800"/>
              <a:t>鸭子似乎不会将流感传染给人，但它们能感染其它动物，然后传染给人。</a:t>
            </a:r>
          </a:p>
          <a:p>
            <a:pPr>
              <a:lnSpc>
                <a:spcPct val="90000"/>
              </a:lnSpc>
            </a:pPr>
            <a:r>
              <a:rPr lang="zh-CN" altLang="en-US" sz="2800"/>
              <a:t>在</a:t>
            </a:r>
            <a:r>
              <a:rPr lang="en-US" altLang="zh-CN" sz="2800"/>
              <a:t>2004</a:t>
            </a:r>
            <a:r>
              <a:rPr lang="zh-CN" altLang="en-US" sz="2800"/>
              <a:t>年，一些狗患有一种不知名的呼吸道疾病。一项调查表明这种呼吸道疾病是由马流感</a:t>
            </a:r>
            <a:r>
              <a:rPr lang="en-US" altLang="zh-CN" sz="2800"/>
              <a:t>A</a:t>
            </a:r>
            <a:r>
              <a:rPr lang="en-US" altLang="zh-CN" sz="2800">
                <a:latin typeface="Arial"/>
              </a:rPr>
              <a:t> </a:t>
            </a:r>
            <a:r>
              <a:rPr lang="en-US" altLang="zh-CN" sz="2800"/>
              <a:t>H3N8</a:t>
            </a:r>
            <a:r>
              <a:rPr lang="zh-CN" altLang="en-US" sz="2800"/>
              <a:t>病毒导致的。科学家认为这种病毒从马传染给狗，现在能在狗与狗之间传播，导致衍生出特种的</a:t>
            </a:r>
            <a:r>
              <a:rPr lang="en-US" altLang="zh-CN" sz="2800"/>
              <a:t>H3N8</a:t>
            </a:r>
            <a:r>
              <a:rPr lang="zh-CN" altLang="en-US" sz="2800"/>
              <a:t>狗流感病毒。病毒有可能从狗传染给人。   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2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endParaRPr lang="zh-CN" altLang="zh-CN"/>
          </a:p>
        </p:txBody>
      </p:sp>
      <p:sp>
        <p:nvSpPr>
          <p:cNvPr id="13312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据美国探索频道报道，源自北美的新型流感继续肆虐全球，世界卫生组织已经将警戒级别提高至第五级。流感最先于</a:t>
            </a:r>
            <a:r>
              <a:rPr lang="en-US" altLang="zh-CN"/>
              <a:t>1930</a:t>
            </a:r>
            <a:r>
              <a:rPr lang="zh-CN" altLang="en-US"/>
              <a:t>年出现在猪身上，经过几十年的演变，健康专家已经识别出了几种其它类型的流感病毒。然而，到底是哪一种动物将此类病毒传染给人的？可能是以下携带流感病毒的动物</a:t>
            </a:r>
            <a:r>
              <a:rPr lang="en-US" altLang="zh-CN"/>
              <a:t>: 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default">
  <a:themeElements>
    <a:clrScheme name="default 2">
      <a:dk1>
        <a:srgbClr val="000099"/>
      </a:dk1>
      <a:lt1>
        <a:srgbClr val="FFFFFF"/>
      </a:lt1>
      <a:dk2>
        <a:srgbClr val="000066"/>
      </a:dk2>
      <a:lt2>
        <a:srgbClr val="EAEAEA"/>
      </a:lt2>
      <a:accent1>
        <a:srgbClr val="66CCFF"/>
      </a:accent1>
      <a:accent2>
        <a:srgbClr val="0066FF"/>
      </a:accent2>
      <a:accent3>
        <a:srgbClr val="AAAAB8"/>
      </a:accent3>
      <a:accent4>
        <a:srgbClr val="DADADA"/>
      </a:accent4>
      <a:accent5>
        <a:srgbClr val="B8E2FF"/>
      </a:accent5>
      <a:accent6>
        <a:srgbClr val="005CE7"/>
      </a:accent6>
      <a:hlink>
        <a:srgbClr val="FFFFCC"/>
      </a:hlink>
      <a:folHlink>
        <a:srgbClr val="99CC00"/>
      </a:folHlink>
    </a:clrScheme>
    <a:fontScheme name="default">
      <a:majorFont>
        <a:latin typeface="Tahoma"/>
        <a:ea typeface="宋体"/>
        <a:cs typeface=""/>
      </a:majorFont>
      <a:minorFont>
        <a:latin typeface="Tahoma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1">
        <a:dk1>
          <a:srgbClr val="BD3737"/>
        </a:dk1>
        <a:lt1>
          <a:srgbClr val="FFFFFF"/>
        </a:lt1>
        <a:dk2>
          <a:srgbClr val="721E1E"/>
        </a:dk2>
        <a:lt2>
          <a:srgbClr val="FFCC00"/>
        </a:lt2>
        <a:accent1>
          <a:srgbClr val="FF6600"/>
        </a:accent1>
        <a:accent2>
          <a:srgbClr val="CC3300"/>
        </a:accent2>
        <a:accent3>
          <a:srgbClr val="BCABAB"/>
        </a:accent3>
        <a:accent4>
          <a:srgbClr val="DADADA"/>
        </a:accent4>
        <a:accent5>
          <a:srgbClr val="FFB8AA"/>
        </a:accent5>
        <a:accent6>
          <a:srgbClr val="B92D00"/>
        </a:accent6>
        <a:hlink>
          <a:srgbClr val="F7CC2F"/>
        </a:hlink>
        <a:folHlink>
          <a:srgbClr val="C7C6B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2">
        <a:dk1>
          <a:srgbClr val="000099"/>
        </a:dk1>
        <a:lt1>
          <a:srgbClr val="FFFFFF"/>
        </a:lt1>
        <a:dk2>
          <a:srgbClr val="000066"/>
        </a:dk2>
        <a:lt2>
          <a:srgbClr val="EAEAEA"/>
        </a:lt2>
        <a:accent1>
          <a:srgbClr val="66CCFF"/>
        </a:accent1>
        <a:accent2>
          <a:srgbClr val="0066FF"/>
        </a:accent2>
        <a:accent3>
          <a:srgbClr val="AAAAB8"/>
        </a:accent3>
        <a:accent4>
          <a:srgbClr val="DADADA"/>
        </a:accent4>
        <a:accent5>
          <a:srgbClr val="B8E2FF"/>
        </a:accent5>
        <a:accent6>
          <a:srgbClr val="005CE7"/>
        </a:accent6>
        <a:hlink>
          <a:srgbClr val="FFFFCC"/>
        </a:hlink>
        <a:folHlink>
          <a:srgbClr val="99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3">
        <a:dk1>
          <a:srgbClr val="6600CC"/>
        </a:dk1>
        <a:lt1>
          <a:srgbClr val="FFFFFF"/>
        </a:lt1>
        <a:dk2>
          <a:srgbClr val="4B0096"/>
        </a:dk2>
        <a:lt2>
          <a:srgbClr val="CDD7DF"/>
        </a:lt2>
        <a:accent1>
          <a:srgbClr val="9999FF"/>
        </a:accent1>
        <a:accent2>
          <a:srgbClr val="7850BA"/>
        </a:accent2>
        <a:accent3>
          <a:srgbClr val="B1AAC9"/>
        </a:accent3>
        <a:accent4>
          <a:srgbClr val="DADADA"/>
        </a:accent4>
        <a:accent5>
          <a:srgbClr val="CACAFF"/>
        </a:accent5>
        <a:accent6>
          <a:srgbClr val="6C48A8"/>
        </a:accent6>
        <a:hlink>
          <a:srgbClr val="00CCFF"/>
        </a:hlink>
        <a:folHlink>
          <a:srgbClr val="0796B3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4">
        <a:dk1>
          <a:srgbClr val="55863C"/>
        </a:dk1>
        <a:lt1>
          <a:srgbClr val="FFFFFF"/>
        </a:lt1>
        <a:dk2>
          <a:srgbClr val="375F2F"/>
        </a:dk2>
        <a:lt2>
          <a:srgbClr val="D1EFB3"/>
        </a:lt2>
        <a:accent1>
          <a:srgbClr val="00CC66"/>
        </a:accent1>
        <a:accent2>
          <a:srgbClr val="8EAC66"/>
        </a:accent2>
        <a:accent3>
          <a:srgbClr val="AEB6AD"/>
        </a:accent3>
        <a:accent4>
          <a:srgbClr val="DADADA"/>
        </a:accent4>
        <a:accent5>
          <a:srgbClr val="AAE2B8"/>
        </a:accent5>
        <a:accent6>
          <a:srgbClr val="809B5C"/>
        </a:accent6>
        <a:hlink>
          <a:srgbClr val="B4EF7F"/>
        </a:hlink>
        <a:folHlink>
          <a:srgbClr val="F8F6AC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5">
        <a:dk1>
          <a:srgbClr val="588073"/>
        </a:dk1>
        <a:lt1>
          <a:srgbClr val="FFFFFF"/>
        </a:lt1>
        <a:dk2>
          <a:srgbClr val="486768"/>
        </a:dk2>
        <a:lt2>
          <a:srgbClr val="DDDDDD"/>
        </a:lt2>
        <a:accent1>
          <a:srgbClr val="33CCCC"/>
        </a:accent1>
        <a:accent2>
          <a:srgbClr val="008871"/>
        </a:accent2>
        <a:accent3>
          <a:srgbClr val="B1B8B9"/>
        </a:accent3>
        <a:accent4>
          <a:srgbClr val="DADADA"/>
        </a:accent4>
        <a:accent5>
          <a:srgbClr val="ADE2E2"/>
        </a:accent5>
        <a:accent6>
          <a:srgbClr val="007B66"/>
        </a:accent6>
        <a:hlink>
          <a:srgbClr val="00CC99"/>
        </a:hlink>
        <a:folHlink>
          <a:srgbClr val="A8A8A8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6">
        <a:dk1>
          <a:srgbClr val="6B6C75"/>
        </a:dk1>
        <a:lt1>
          <a:srgbClr val="FFFFFF"/>
        </a:lt1>
        <a:dk2>
          <a:srgbClr val="575863"/>
        </a:dk2>
        <a:lt2>
          <a:srgbClr val="FFFFCC"/>
        </a:lt2>
        <a:accent1>
          <a:srgbClr val="677481"/>
        </a:accent1>
        <a:accent2>
          <a:srgbClr val="697E5E"/>
        </a:accent2>
        <a:accent3>
          <a:srgbClr val="B4B4B7"/>
        </a:accent3>
        <a:accent4>
          <a:srgbClr val="DADADA"/>
        </a:accent4>
        <a:accent5>
          <a:srgbClr val="B8BCC1"/>
        </a:accent5>
        <a:accent6>
          <a:srgbClr val="5E7254"/>
        </a:accent6>
        <a:hlink>
          <a:srgbClr val="E9E77F"/>
        </a:hlink>
        <a:folHlink>
          <a:srgbClr val="D3A44F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7">
        <a:dk1>
          <a:srgbClr val="000000"/>
        </a:dk1>
        <a:lt1>
          <a:srgbClr val="C4D6BE"/>
        </a:lt1>
        <a:dk2>
          <a:srgbClr val="339966"/>
        </a:dk2>
        <a:lt2>
          <a:srgbClr val="EFFBF0"/>
        </a:lt2>
        <a:accent1>
          <a:srgbClr val="DDDDDD"/>
        </a:accent1>
        <a:accent2>
          <a:srgbClr val="CCFF99"/>
        </a:accent2>
        <a:accent3>
          <a:srgbClr val="DEE8DB"/>
        </a:accent3>
        <a:accent4>
          <a:srgbClr val="000000"/>
        </a:accent4>
        <a:accent5>
          <a:srgbClr val="EBEBEB"/>
        </a:accent5>
        <a:accent6>
          <a:srgbClr val="B9E78A"/>
        </a:accent6>
        <a:hlink>
          <a:srgbClr val="009900"/>
        </a:hlink>
        <a:folHlink>
          <a:srgbClr val="33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8">
        <a:dk1>
          <a:srgbClr val="000000"/>
        </a:dk1>
        <a:lt1>
          <a:srgbClr val="D6DAE4"/>
        </a:lt1>
        <a:dk2>
          <a:srgbClr val="000099"/>
        </a:dk2>
        <a:lt2>
          <a:srgbClr val="FFFFFF"/>
        </a:lt2>
        <a:accent1>
          <a:srgbClr val="BFDEE3"/>
        </a:accent1>
        <a:accent2>
          <a:srgbClr val="C0C0C0"/>
        </a:accent2>
        <a:accent3>
          <a:srgbClr val="E8EAEF"/>
        </a:accent3>
        <a:accent4>
          <a:srgbClr val="000000"/>
        </a:accent4>
        <a:accent5>
          <a:srgbClr val="DCECEF"/>
        </a:accent5>
        <a:accent6>
          <a:srgbClr val="AEAEAE"/>
        </a:accent6>
        <a:hlink>
          <a:srgbClr val="3333CC"/>
        </a:hlink>
        <a:folHlink>
          <a:srgbClr val="5E93C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9">
        <a:dk1>
          <a:srgbClr val="4A2500"/>
        </a:dk1>
        <a:lt1>
          <a:srgbClr val="C2C0BA"/>
        </a:lt1>
        <a:dk2>
          <a:srgbClr val="788569"/>
        </a:dk2>
        <a:lt2>
          <a:srgbClr val="F4F4EC"/>
        </a:lt2>
        <a:accent1>
          <a:srgbClr val="E1DFC1"/>
        </a:accent1>
        <a:accent2>
          <a:srgbClr val="A5A7AF"/>
        </a:accent2>
        <a:accent3>
          <a:srgbClr val="DDDCD9"/>
        </a:accent3>
        <a:accent4>
          <a:srgbClr val="3E1E00"/>
        </a:accent4>
        <a:accent5>
          <a:srgbClr val="EEECDD"/>
        </a:accent5>
        <a:accent6>
          <a:srgbClr val="95979E"/>
        </a:accent6>
        <a:hlink>
          <a:srgbClr val="9C9800"/>
        </a:hlink>
        <a:folHlink>
          <a:srgbClr val="666633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default</Template>
  <TotalTime>104</TotalTime>
  <Words>148</Words>
  <Application>Microsoft Office PowerPoint</Application>
  <PresentationFormat>全屏显示(4:3)</PresentationFormat>
  <Paragraphs>3</Paragraphs>
  <Slides>3</Slides>
  <Notes>0</Notes>
  <HiddenSlides>0</HiddenSlides>
  <MMClips>0</MMClips>
  <ScaleCrop>false</ScaleCrop>
  <HeadingPairs>
    <vt:vector size="4" baseType="variant">
      <vt:variant>
        <vt:lpstr>主题</vt:lpstr>
      </vt:variant>
      <vt:variant>
        <vt:i4>1</vt:i4>
      </vt:variant>
      <vt:variant>
        <vt:lpstr>幻灯片标题</vt:lpstr>
      </vt:variant>
      <vt:variant>
        <vt:i4>3</vt:i4>
      </vt:variant>
    </vt:vector>
  </HeadingPairs>
  <TitlesOfParts>
    <vt:vector size="4" baseType="lpstr">
      <vt:lpstr>default</vt:lpstr>
      <vt:lpstr>PowerPoint 演示文稿</vt:lpstr>
      <vt:lpstr>PowerPoint 演示文稿</vt:lpstr>
      <vt:lpstr>PowerPoint 演示文稿</vt:lpstr>
    </vt:vector>
  </TitlesOfParts>
  <Company>Microsoft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十大携带流感病毒动物 </dc:title>
  <dc:creator>User</dc:creator>
  <cp:lastModifiedBy>YlmF</cp:lastModifiedBy>
  <cp:revision>13</cp:revision>
  <cp:lastPrinted>1601-01-01T00:00:00Z</cp:lastPrinted>
  <dcterms:created xsi:type="dcterms:W3CDTF">2009-07-18T09:18:25Z</dcterms:created>
  <dcterms:modified xsi:type="dcterms:W3CDTF">2013-08-26T08:16:01Z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Version">
    <vt:i4>7</vt:i4>
  </property>
</Properties>
</file>