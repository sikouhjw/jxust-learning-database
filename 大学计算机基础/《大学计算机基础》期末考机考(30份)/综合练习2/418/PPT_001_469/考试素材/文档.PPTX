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7" d="100"/>
          <a:sy n="67" d="100"/>
        </p:scale>
        <p:origin x="-1524" y="-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viewProps" Target="viewProps.xml"/><Relationship Id="rId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5" Type="http://schemas.openxmlformats.org/officeDocument/2006/relationships/tableStyles" Target="tableStyles.xml"/><Relationship Id="rId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6145E2E-37D2-4A66-B882-4499FE243F7A}" type="datetimeFigureOut">
              <a:rPr lang="zh-CN" altLang="en-US" smtClean="0"/>
              <a:t>2012-3-29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F6A196-9332-47D0-B719-1EEC76A5E62A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0</vt:i4>
      </vt:variant>
    </vt:vector>
  </HeadingPairs>
  <TitlesOfParts>
    <vt:vector size="1" baseType="lpstr">
      <vt:lpstr>Office 主题</vt:lpstr>
    </vt:vector>
  </TitlesOfParts>
  <Company>wwjt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金蕾</dc:creator>
  <cp:lastModifiedBy>Mr</cp:lastModifiedBy>
  <cp:revision>1</cp:revision>
  <dcterms:created xsi:type="dcterms:W3CDTF">2009-12-15T07:04:52Z</dcterms:created>
  <dcterms:modified xsi:type="dcterms:W3CDTF">2012-03-29T05:44:03Z</dcterms:modified>
</cp:coreProperties>
</file>