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777163" cy="5713413"/>
  <p:notesSz cx="6858000" cy="9144000"/>
  <p:defaultTextStyle>
    <a:defPPr>
      <a:defRPr lang="zh-CN"/>
    </a:defPPr>
    <a:lvl1pPr marL="0" algn="l" defTabSz="77083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5420" algn="l" defTabSz="77083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70839" algn="l" defTabSz="77083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56259" algn="l" defTabSz="77083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41678" algn="l" defTabSz="77083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27098" algn="l" defTabSz="77083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312518" algn="l" defTabSz="77083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697937" algn="l" defTabSz="77083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083357" algn="l" defTabSz="77083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458" y="-90"/>
      </p:cViewPr>
      <p:guideLst>
        <p:guide orient="horz" pos="1800"/>
        <p:guide pos="24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3287" y="1774861"/>
            <a:ext cx="6610589" cy="122468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66575" y="3237601"/>
            <a:ext cx="5444014" cy="14600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5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70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56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41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270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125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979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83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4342" y="3671397"/>
            <a:ext cx="6610589" cy="1134747"/>
          </a:xfrm>
        </p:spPr>
        <p:txBody>
          <a:bodyPr anchor="t"/>
          <a:lstStyle>
            <a:lvl1pPr algn="l">
              <a:defRPr sz="34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4342" y="2421588"/>
            <a:ext cx="6610589" cy="1249809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854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708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5625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4167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270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1251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69793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0833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8858" y="1333130"/>
            <a:ext cx="3434914" cy="37705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953391" y="1333130"/>
            <a:ext cx="3434914" cy="37705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858" y="1278906"/>
            <a:ext cx="3436264" cy="532987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5420" indent="0">
              <a:buNone/>
              <a:defRPr sz="1700" b="1"/>
            </a:lvl2pPr>
            <a:lvl3pPr marL="770839" indent="0">
              <a:buNone/>
              <a:defRPr sz="1500" b="1"/>
            </a:lvl3pPr>
            <a:lvl4pPr marL="1156259" indent="0">
              <a:buNone/>
              <a:defRPr sz="1300" b="1"/>
            </a:lvl4pPr>
            <a:lvl5pPr marL="1541678" indent="0">
              <a:buNone/>
              <a:defRPr sz="1300" b="1"/>
            </a:lvl5pPr>
            <a:lvl6pPr marL="1927098" indent="0">
              <a:buNone/>
              <a:defRPr sz="1300" b="1"/>
            </a:lvl6pPr>
            <a:lvl7pPr marL="2312518" indent="0">
              <a:buNone/>
              <a:defRPr sz="1300" b="1"/>
            </a:lvl7pPr>
            <a:lvl8pPr marL="2697937" indent="0">
              <a:buNone/>
              <a:defRPr sz="1300" b="1"/>
            </a:lvl8pPr>
            <a:lvl9pPr marL="3083357" indent="0">
              <a:buNone/>
              <a:defRPr sz="13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88858" y="1811892"/>
            <a:ext cx="3436264" cy="3291826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950691" y="1278906"/>
            <a:ext cx="3437614" cy="532987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5420" indent="0">
              <a:buNone/>
              <a:defRPr sz="1700" b="1"/>
            </a:lvl2pPr>
            <a:lvl3pPr marL="770839" indent="0">
              <a:buNone/>
              <a:defRPr sz="1500" b="1"/>
            </a:lvl3pPr>
            <a:lvl4pPr marL="1156259" indent="0">
              <a:buNone/>
              <a:defRPr sz="1300" b="1"/>
            </a:lvl4pPr>
            <a:lvl5pPr marL="1541678" indent="0">
              <a:buNone/>
              <a:defRPr sz="1300" b="1"/>
            </a:lvl5pPr>
            <a:lvl6pPr marL="1927098" indent="0">
              <a:buNone/>
              <a:defRPr sz="1300" b="1"/>
            </a:lvl6pPr>
            <a:lvl7pPr marL="2312518" indent="0">
              <a:buNone/>
              <a:defRPr sz="1300" b="1"/>
            </a:lvl7pPr>
            <a:lvl8pPr marL="2697937" indent="0">
              <a:buNone/>
              <a:defRPr sz="1300" b="1"/>
            </a:lvl8pPr>
            <a:lvl9pPr marL="3083357" indent="0">
              <a:buNone/>
              <a:defRPr sz="13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950691" y="1811892"/>
            <a:ext cx="3437614" cy="3291826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859" y="227479"/>
            <a:ext cx="2558633" cy="968106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0655" y="227479"/>
            <a:ext cx="4347650" cy="4876240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88859" y="1195585"/>
            <a:ext cx="2558633" cy="3908134"/>
          </a:xfrm>
        </p:spPr>
        <p:txBody>
          <a:bodyPr/>
          <a:lstStyle>
            <a:lvl1pPr marL="0" indent="0">
              <a:buNone/>
              <a:defRPr sz="1200"/>
            </a:lvl1pPr>
            <a:lvl2pPr marL="385420" indent="0">
              <a:buNone/>
              <a:defRPr sz="1000"/>
            </a:lvl2pPr>
            <a:lvl3pPr marL="770839" indent="0">
              <a:buNone/>
              <a:defRPr sz="800"/>
            </a:lvl3pPr>
            <a:lvl4pPr marL="1156259" indent="0">
              <a:buNone/>
              <a:defRPr sz="800"/>
            </a:lvl4pPr>
            <a:lvl5pPr marL="1541678" indent="0">
              <a:buNone/>
              <a:defRPr sz="800"/>
            </a:lvl5pPr>
            <a:lvl6pPr marL="1927098" indent="0">
              <a:buNone/>
              <a:defRPr sz="800"/>
            </a:lvl6pPr>
            <a:lvl7pPr marL="2312518" indent="0">
              <a:buNone/>
              <a:defRPr sz="800"/>
            </a:lvl7pPr>
            <a:lvl8pPr marL="2697937" indent="0">
              <a:buNone/>
              <a:defRPr sz="800"/>
            </a:lvl8pPr>
            <a:lvl9pPr marL="3083357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378" y="3999389"/>
            <a:ext cx="4666298" cy="472151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24378" y="510504"/>
            <a:ext cx="4666298" cy="3428048"/>
          </a:xfrm>
        </p:spPr>
        <p:txBody>
          <a:bodyPr/>
          <a:lstStyle>
            <a:lvl1pPr marL="0" indent="0">
              <a:buNone/>
              <a:defRPr sz="2700"/>
            </a:lvl1pPr>
            <a:lvl2pPr marL="385420" indent="0">
              <a:buNone/>
              <a:defRPr sz="2400"/>
            </a:lvl2pPr>
            <a:lvl3pPr marL="770839" indent="0">
              <a:buNone/>
              <a:defRPr sz="2000"/>
            </a:lvl3pPr>
            <a:lvl4pPr marL="1156259" indent="0">
              <a:buNone/>
              <a:defRPr sz="1700"/>
            </a:lvl4pPr>
            <a:lvl5pPr marL="1541678" indent="0">
              <a:buNone/>
              <a:defRPr sz="1700"/>
            </a:lvl5pPr>
            <a:lvl6pPr marL="1927098" indent="0">
              <a:buNone/>
              <a:defRPr sz="1700"/>
            </a:lvl6pPr>
            <a:lvl7pPr marL="2312518" indent="0">
              <a:buNone/>
              <a:defRPr sz="1700"/>
            </a:lvl7pPr>
            <a:lvl8pPr marL="2697937" indent="0">
              <a:buNone/>
              <a:defRPr sz="1700"/>
            </a:lvl8pPr>
            <a:lvl9pPr marL="3083357" indent="0">
              <a:buNone/>
              <a:defRPr sz="1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524378" y="4471540"/>
            <a:ext cx="4666298" cy="670532"/>
          </a:xfrm>
        </p:spPr>
        <p:txBody>
          <a:bodyPr/>
          <a:lstStyle>
            <a:lvl1pPr marL="0" indent="0">
              <a:buNone/>
              <a:defRPr sz="1200"/>
            </a:lvl1pPr>
            <a:lvl2pPr marL="385420" indent="0">
              <a:buNone/>
              <a:defRPr sz="1000"/>
            </a:lvl2pPr>
            <a:lvl3pPr marL="770839" indent="0">
              <a:buNone/>
              <a:defRPr sz="800"/>
            </a:lvl3pPr>
            <a:lvl4pPr marL="1156259" indent="0">
              <a:buNone/>
              <a:defRPr sz="800"/>
            </a:lvl4pPr>
            <a:lvl5pPr marL="1541678" indent="0">
              <a:buNone/>
              <a:defRPr sz="800"/>
            </a:lvl5pPr>
            <a:lvl6pPr marL="1927098" indent="0">
              <a:buNone/>
              <a:defRPr sz="800"/>
            </a:lvl6pPr>
            <a:lvl7pPr marL="2312518" indent="0">
              <a:buNone/>
              <a:defRPr sz="800"/>
            </a:lvl7pPr>
            <a:lvl8pPr marL="2697937" indent="0">
              <a:buNone/>
              <a:defRPr sz="800"/>
            </a:lvl8pPr>
            <a:lvl9pPr marL="3083357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638443" y="228802"/>
            <a:ext cx="1749862" cy="48749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8858" y="228802"/>
            <a:ext cx="5119966" cy="48749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8858" y="228801"/>
            <a:ext cx="6999447" cy="952236"/>
          </a:xfrm>
          <a:prstGeom prst="rect">
            <a:avLst/>
          </a:prstGeom>
        </p:spPr>
        <p:txBody>
          <a:bodyPr vert="horz" lIns="77084" tIns="38542" rIns="77084" bIns="38542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858" y="1333130"/>
            <a:ext cx="6999447" cy="3770588"/>
          </a:xfrm>
          <a:prstGeom prst="rect">
            <a:avLst/>
          </a:prstGeom>
        </p:spPr>
        <p:txBody>
          <a:bodyPr vert="horz" lIns="77084" tIns="38542" rIns="77084" bIns="38542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88858" y="5295488"/>
            <a:ext cx="1814671" cy="304186"/>
          </a:xfrm>
          <a:prstGeom prst="rect">
            <a:avLst/>
          </a:prstGeom>
        </p:spPr>
        <p:txBody>
          <a:bodyPr vert="horz" lIns="77084" tIns="38542" rIns="77084" bIns="38542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45E2E-37D2-4A66-B882-4499FE243F7A}" type="datetimeFigureOut">
              <a:rPr lang="zh-CN" altLang="en-US" smtClean="0"/>
              <a:t>2012-3-30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57198" y="5295488"/>
            <a:ext cx="2462768" cy="304186"/>
          </a:xfrm>
          <a:prstGeom prst="rect">
            <a:avLst/>
          </a:prstGeom>
        </p:spPr>
        <p:txBody>
          <a:bodyPr vert="horz" lIns="77084" tIns="38542" rIns="77084" bIns="38542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573634" y="5295488"/>
            <a:ext cx="1814671" cy="304186"/>
          </a:xfrm>
          <a:prstGeom prst="rect">
            <a:avLst/>
          </a:prstGeom>
        </p:spPr>
        <p:txBody>
          <a:bodyPr vert="horz" lIns="77084" tIns="38542" rIns="77084" bIns="38542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70839" rtl="0" eaLnBrk="1" latinLnBrk="0" hangingPunct="1">
        <a:spcBef>
          <a:spcPct val="0"/>
        </a:spcBef>
        <a:buNone/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9065" indent="-289065" algn="l" defTabSz="770839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6307" indent="-240887" algn="l" defTabSz="770839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63549" indent="-192710" algn="l" defTabSz="7708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8969" indent="-192710" algn="l" defTabSz="770839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388" indent="-192710" algn="l" defTabSz="770839" rtl="0" eaLnBrk="1" latinLnBrk="0" hangingPunct="1">
        <a:spcBef>
          <a:spcPct val="20000"/>
        </a:spcBef>
        <a:buFont typeface="Arial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19808" indent="-192710" algn="l" defTabSz="770839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05227" indent="-192710" algn="l" defTabSz="770839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890647" indent="-192710" algn="l" defTabSz="770839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276067" indent="-192710" algn="l" defTabSz="770839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7083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5420" algn="l" defTabSz="77083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0839" algn="l" defTabSz="77083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56259" algn="l" defTabSz="77083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1678" algn="l" defTabSz="77083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27098" algn="l" defTabSz="77083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12518" algn="l" defTabSz="77083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97937" algn="l" defTabSz="77083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3357" algn="l" defTabSz="77083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笑脸 1"/>
          <p:cNvSpPr/>
          <p:nvPr/>
        </p:nvSpPr>
        <p:spPr>
          <a:xfrm>
            <a:off x="2808461" y="984498"/>
            <a:ext cx="1368152" cy="1296144"/>
          </a:xfrm>
          <a:prstGeom prst="smileyFace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36253" y="2640682"/>
            <a:ext cx="49351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i="1" dirty="0" smtClean="0">
                <a:latin typeface="微软雅黑" pitchFamily="34" charset="-122"/>
                <a:ea typeface="微软雅黑" pitchFamily="34" charset="-122"/>
              </a:rPr>
              <a:t>送你一个笑脸</a:t>
            </a:r>
            <a:endParaRPr lang="zh-CN" altLang="en-US" sz="6000" b="1" i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 descr="C:\Program Files\Microsoft Office\MEDIA\CAGCAT10\j0149481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781" y="3576786"/>
            <a:ext cx="1858983" cy="188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41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PowerPoint 演示文稿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金蕾</dc:creator>
  <cp:lastModifiedBy>Mr</cp:lastModifiedBy>
  <cp:revision>7</cp:revision>
  <dcterms:created xsi:type="dcterms:W3CDTF">2009-12-15T07:04:52Z</dcterms:created>
  <dcterms:modified xsi:type="dcterms:W3CDTF">2012-03-30T05:56:52Z</dcterms:modified>
</cp:coreProperties>
</file>