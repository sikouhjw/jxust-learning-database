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60" r:id="rId2"/>
    <p:sldId id="257" r:id="rId3"/>
    <p:sldId id="259" r:id="rId4"/>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72" autoAdjust="0"/>
    <p:restoredTop sz="94660"/>
  </p:normalViewPr>
  <p:slideViewPr>
    <p:cSldViewPr>
      <p:cViewPr>
        <p:scale>
          <a:sx n="60" d="100"/>
          <a:sy n="60" d="100"/>
        </p:scale>
        <p:origin x="-1500" y="-3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8" name="Picture 7" descr="sphere1.png"/>
          <p:cNvPicPr>
            <a:picLocks noChangeAspect="1"/>
          </p:cNvPicPr>
          <p:nvPr/>
        </p:nvPicPr>
        <p:blipFill>
          <a:blip r:embed="rId2" cstate="print"/>
          <a:stretch>
            <a:fillRect/>
          </a:stretch>
        </p:blipFill>
        <p:spPr>
          <a:xfrm>
            <a:off x="6850374" y="0"/>
            <a:ext cx="2293626" cy="6858000"/>
          </a:xfrm>
          <a:prstGeom prst="rect">
            <a:avLst/>
          </a:prstGeom>
        </p:spPr>
      </p:pic>
      <p:sp>
        <p:nvSpPr>
          <p:cNvPr id="3" name="Subtitle 2"/>
          <p:cNvSpPr>
            <a:spLocks noGrp="1"/>
          </p:cNvSpPr>
          <p:nvPr>
            <p:ph type="subTitle" idx="1"/>
          </p:nvPr>
        </p:nvSpPr>
        <p:spPr>
          <a:xfrm>
            <a:off x="2438400" y="3581400"/>
            <a:ext cx="3962400" cy="2133600"/>
          </a:xfrm>
        </p:spPr>
        <p:txBody>
          <a:bodyPr anchor="t">
            <a:normAutofit/>
          </a:bodyPr>
          <a:lstStyle>
            <a:lvl1pPr marL="0" indent="0" algn="r">
              <a:buNone/>
              <a:defRPr sz="14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16" name="Title 15"/>
          <p:cNvSpPr>
            <a:spLocks noGrp="1"/>
          </p:cNvSpPr>
          <p:nvPr>
            <p:ph type="title"/>
          </p:nvPr>
        </p:nvSpPr>
        <p:spPr>
          <a:xfrm>
            <a:off x="2438400" y="1447800"/>
            <a:ext cx="3962400" cy="2133600"/>
          </a:xfrm>
        </p:spPr>
        <p:txBody>
          <a:bodyPr anchor="b"/>
          <a:lstStyle/>
          <a:p>
            <a:r>
              <a:rPr lang="zh-CN" altLang="en-US" smtClean="0"/>
              <a:t>单击此处编辑母版标题样式</a:t>
            </a:r>
            <a:endParaRPr lang="en-US" dirty="0"/>
          </a:p>
        </p:txBody>
      </p:sp>
      <p:sp>
        <p:nvSpPr>
          <p:cNvPr id="13" name="Date Placeholder 12"/>
          <p:cNvSpPr>
            <a:spLocks noGrp="1"/>
          </p:cNvSpPr>
          <p:nvPr>
            <p:ph type="dt" sz="half" idx="10"/>
          </p:nvPr>
        </p:nvSpPr>
        <p:spPr>
          <a:xfrm>
            <a:off x="3582988" y="6426201"/>
            <a:ext cx="2819399" cy="126999"/>
          </a:xfrm>
        </p:spPr>
        <p:txBody>
          <a:bodyPr/>
          <a:lstStyle/>
          <a:p>
            <a:endParaRPr lang="en-US" altLang="zh-CN"/>
          </a:p>
        </p:txBody>
      </p:sp>
      <p:sp>
        <p:nvSpPr>
          <p:cNvPr id="14" name="Slide Number Placeholder 13"/>
          <p:cNvSpPr>
            <a:spLocks noGrp="1"/>
          </p:cNvSpPr>
          <p:nvPr>
            <p:ph type="sldNum" sz="quarter" idx="11"/>
          </p:nvPr>
        </p:nvSpPr>
        <p:spPr>
          <a:xfrm>
            <a:off x="6414976" y="6400800"/>
            <a:ext cx="457200" cy="152400"/>
          </a:xfrm>
        </p:spPr>
        <p:txBody>
          <a:bodyPr/>
          <a:lstStyle>
            <a:lvl1pPr algn="r">
              <a:defRPr/>
            </a:lvl1pPr>
          </a:lstStyle>
          <a:p>
            <a:fld id="{169987C3-C0F2-43BA-BFA6-D8C26E9EC160}" type="slidenum">
              <a:rPr lang="en-US" altLang="zh-CN" smtClean="0"/>
              <a:pPr/>
              <a:t>‹#›</a:t>
            </a:fld>
            <a:endParaRPr lang="en-US" altLang="zh-CN"/>
          </a:p>
        </p:txBody>
      </p:sp>
      <p:sp>
        <p:nvSpPr>
          <p:cNvPr id="15" name="Footer Placeholder 14"/>
          <p:cNvSpPr>
            <a:spLocks noGrp="1"/>
          </p:cNvSpPr>
          <p:nvPr>
            <p:ph type="ftr" sz="quarter" idx="12"/>
          </p:nvPr>
        </p:nvSpPr>
        <p:spPr>
          <a:xfrm>
            <a:off x="3581400" y="6296248"/>
            <a:ext cx="2820987" cy="152400"/>
          </a:xfrm>
        </p:spPr>
        <p:txBody>
          <a:bodyPr/>
          <a:lstStyle/>
          <a:p>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3657600" cy="5714999"/>
          </a:xfrm>
        </p:spPr>
        <p:txBody>
          <a:bodyPr/>
          <a:lstStyle>
            <a:lvl5pPr>
              <a:defRPr/>
            </a:lvl5pPr>
            <a:lvl6pPr>
              <a:defRPr/>
            </a:lvl6pPr>
            <a:lvl7pPr>
              <a:defRPr/>
            </a:lvl7pPr>
            <a:lvl8pPr>
              <a:defRPr/>
            </a:lvl8pPr>
            <a:lvl9pPr>
              <a:defRPr/>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6" name="Title 15"/>
          <p:cNvSpPr>
            <a:spLocks noGrp="1"/>
          </p:cNvSpPr>
          <p:nvPr>
            <p:ph type="title"/>
          </p:nvPr>
        </p:nvSpPr>
        <p:spPr/>
        <p:txBody>
          <a:bodyPr/>
          <a:lstStyle/>
          <a:p>
            <a:r>
              <a:rPr lang="zh-CN" altLang="en-US" smtClean="0"/>
              <a:t>单击此处编辑母版标题样式</a:t>
            </a:r>
            <a:endParaRPr lang="en-US"/>
          </a:p>
        </p:txBody>
      </p:sp>
      <p:sp>
        <p:nvSpPr>
          <p:cNvPr id="10" name="Date Placeholder 9"/>
          <p:cNvSpPr>
            <a:spLocks noGrp="1"/>
          </p:cNvSpPr>
          <p:nvPr>
            <p:ph type="dt" sz="half" idx="10"/>
          </p:nvPr>
        </p:nvSpPr>
        <p:spPr/>
        <p:txBody>
          <a:bodyPr/>
          <a:lstStyle/>
          <a:p>
            <a:endParaRPr lang="en-US" altLang="zh-CN"/>
          </a:p>
        </p:txBody>
      </p:sp>
      <p:sp>
        <p:nvSpPr>
          <p:cNvPr id="11" name="Slide Number Placeholder 10"/>
          <p:cNvSpPr>
            <a:spLocks noGrp="1"/>
          </p:cNvSpPr>
          <p:nvPr>
            <p:ph type="sldNum" sz="quarter" idx="11"/>
          </p:nvPr>
        </p:nvSpPr>
        <p:spPr/>
        <p:txBody>
          <a:bodyPr/>
          <a:lstStyle/>
          <a:p>
            <a:fld id="{1118A1A1-52FE-4C6A-9C2C-1E941B27ECF7}" type="slidenum">
              <a:rPr lang="en-US" altLang="zh-CN" smtClean="0"/>
              <a:pPr/>
              <a:t>‹#›</a:t>
            </a:fld>
            <a:endParaRPr lang="en-US" altLang="zh-CN"/>
          </a:p>
        </p:txBody>
      </p:sp>
      <p:sp>
        <p:nvSpPr>
          <p:cNvPr id="12" name="Footer Placeholder 11"/>
          <p:cNvSpPr>
            <a:spLocks noGrp="1"/>
          </p:cNvSpPr>
          <p:nvPr>
            <p:ph type="ftr" sz="quarter" idx="12"/>
          </p:nvPr>
        </p:nvSpPr>
        <p:spPr/>
        <p:txBody>
          <a:bodyPr/>
          <a:lstStyle/>
          <a:p>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pic>
        <p:nvPicPr>
          <p:cNvPr id="7" name="Picture 6" descr="sphere1.png"/>
          <p:cNvPicPr>
            <a:picLocks noChangeAspect="1"/>
          </p:cNvPicPr>
          <p:nvPr/>
        </p:nvPicPr>
        <p:blipFill>
          <a:blip r:embed="rId2" cstate="print"/>
          <a:stretch>
            <a:fillRect/>
          </a:stretch>
        </p:blipFill>
        <p:spPr>
          <a:xfrm>
            <a:off x="6858000" y="0"/>
            <a:ext cx="2293626" cy="6858000"/>
          </a:xfrm>
          <a:prstGeom prst="rect">
            <a:avLst/>
          </a:prstGeom>
        </p:spPr>
      </p:pic>
      <p:sp>
        <p:nvSpPr>
          <p:cNvPr id="12" name="Date Placeholder 11"/>
          <p:cNvSpPr>
            <a:spLocks noGrp="1"/>
          </p:cNvSpPr>
          <p:nvPr>
            <p:ph type="dt" sz="half" idx="10"/>
          </p:nvPr>
        </p:nvSpPr>
        <p:spPr>
          <a:xfrm>
            <a:off x="839788" y="6426201"/>
            <a:ext cx="2819399" cy="126999"/>
          </a:xfrm>
        </p:spPr>
        <p:txBody>
          <a:bodyPr/>
          <a:lstStyle/>
          <a:p>
            <a:endParaRPr lang="en-US" altLang="zh-CN"/>
          </a:p>
        </p:txBody>
      </p:sp>
      <p:sp>
        <p:nvSpPr>
          <p:cNvPr id="13" name="Slide Number Placeholder 12"/>
          <p:cNvSpPr>
            <a:spLocks noGrp="1"/>
          </p:cNvSpPr>
          <p:nvPr>
            <p:ph type="sldNum" sz="quarter" idx="11"/>
          </p:nvPr>
        </p:nvSpPr>
        <p:spPr>
          <a:xfrm>
            <a:off x="4116388" y="6400800"/>
            <a:ext cx="533400" cy="152400"/>
          </a:xfrm>
        </p:spPr>
        <p:txBody>
          <a:bodyPr/>
          <a:lstStyle/>
          <a:p>
            <a:fld id="{BD1BCC66-E5E5-4B7D-BFCB-CD3C158D2B42}" type="slidenum">
              <a:rPr lang="en-US" altLang="zh-CN" smtClean="0"/>
              <a:pPr/>
              <a:t>‹#›</a:t>
            </a:fld>
            <a:endParaRPr lang="en-US" altLang="zh-CN"/>
          </a:p>
        </p:txBody>
      </p:sp>
      <p:sp>
        <p:nvSpPr>
          <p:cNvPr id="14" name="Footer Placeholder 13"/>
          <p:cNvSpPr>
            <a:spLocks noGrp="1"/>
          </p:cNvSpPr>
          <p:nvPr>
            <p:ph type="ftr" sz="quarter" idx="12"/>
          </p:nvPr>
        </p:nvSpPr>
        <p:spPr>
          <a:xfrm>
            <a:off x="838200" y="6296248"/>
            <a:ext cx="2820987" cy="152400"/>
          </a:xfrm>
        </p:spPr>
        <p:txBody>
          <a:bodyPr/>
          <a:lstStyle/>
          <a:p>
            <a:endParaRPr lang="en-US" altLang="zh-CN"/>
          </a:p>
        </p:txBody>
      </p:sp>
      <p:sp>
        <p:nvSpPr>
          <p:cNvPr id="15" name="Title 14"/>
          <p:cNvSpPr>
            <a:spLocks noGrp="1"/>
          </p:cNvSpPr>
          <p:nvPr>
            <p:ph type="title"/>
          </p:nvPr>
        </p:nvSpPr>
        <p:spPr>
          <a:xfrm>
            <a:off x="457200" y="1828800"/>
            <a:ext cx="3200400" cy="1752600"/>
          </a:xfrm>
        </p:spPr>
        <p:txBody>
          <a:bodyPr anchor="b"/>
          <a:lstStyle/>
          <a:p>
            <a:r>
              <a:rPr lang="zh-CN" altLang="en-US" smtClean="0"/>
              <a:t>单击此处编辑母版标题样式</a:t>
            </a:r>
            <a:endParaRPr lang="en-US"/>
          </a:p>
        </p:txBody>
      </p:sp>
      <p:sp>
        <p:nvSpPr>
          <p:cNvPr id="3" name="Text Placeholder 2"/>
          <p:cNvSpPr>
            <a:spLocks noGrp="1"/>
          </p:cNvSpPr>
          <p:nvPr>
            <p:ph type="body" sz="quarter" idx="13"/>
          </p:nvPr>
        </p:nvSpPr>
        <p:spPr>
          <a:xfrm>
            <a:off x="457200" y="3578224"/>
            <a:ext cx="3200645" cy="1459767"/>
          </a:xfrm>
        </p:spPr>
        <p:txBody>
          <a:bodyPr anchor="t">
            <a:normAutofit/>
          </a:bodyPr>
          <a:lstStyle>
            <a:lvl1pPr marL="0" indent="0" algn="r" defTabSz="914400" rtl="0" eaLnBrk="1" latinLnBrk="0" hangingPunct="1">
              <a:spcBef>
                <a:spcPct val="20000"/>
              </a:spcBef>
              <a:buClr>
                <a:schemeClr val="tx1">
                  <a:lumMod val="50000"/>
                  <a:lumOff val="50000"/>
                </a:schemeClr>
              </a:buClr>
              <a:buFont typeface="Wingdings" pitchFamily="2" charset="2"/>
              <a:buNone/>
              <a:defRPr lang="en-US" sz="1400" kern="1200" dirty="0" smtClean="0">
                <a:solidFill>
                  <a:schemeClr val="tx2"/>
                </a:solidFill>
                <a:latin typeface="+mn-lt"/>
                <a:ea typeface="+mn-ea"/>
                <a:cs typeface="+mn-cs"/>
              </a:defRPr>
            </a:lvl1pPr>
          </a:lstStyle>
          <a:p>
            <a:pPr lvl="0"/>
            <a:r>
              <a:rPr lang="zh-CN" altLang="en-US" smtClean="0"/>
              <a:t>单击此处编辑母版文本样式</a:t>
            </a:r>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3429000"/>
            <a:ext cx="3124200" cy="2667000"/>
          </a:xfrm>
        </p:spPr>
        <p:txBody>
          <a:bodyPr>
            <a:normAutofit/>
          </a:bodyPr>
          <a:lstStyle>
            <a:lvl1pPr marL="228600" indent="-182880">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57200" y="457200"/>
            <a:ext cx="3124200" cy="2667000"/>
          </a:xfrm>
        </p:spPr>
        <p:txBody>
          <a:bodyPr>
            <a:normAutofit/>
          </a:bodyPr>
          <a:lstStyle>
            <a:lvl1pPr marL="228600" indent="-182880">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1" name="Title 1"/>
          <p:cNvSpPr>
            <a:spLocks noGrp="1"/>
          </p:cNvSpPr>
          <p:nvPr>
            <p:ph type="title"/>
          </p:nvPr>
        </p:nvSpPr>
        <p:spPr>
          <a:xfrm>
            <a:off x="4876800" y="457200"/>
            <a:ext cx="2819400" cy="5714999"/>
          </a:xfrm>
        </p:spPr>
        <p:txBody>
          <a:bodyPr/>
          <a:lstStyle/>
          <a:p>
            <a:r>
              <a:rPr lang="zh-CN" altLang="en-US" smtClean="0"/>
              <a:t>单击此处编辑母版标题样式</a:t>
            </a:r>
            <a:endParaRPr lang="en-US"/>
          </a:p>
        </p:txBody>
      </p:sp>
      <p:sp>
        <p:nvSpPr>
          <p:cNvPr id="9" name="Date Placeholder 8"/>
          <p:cNvSpPr>
            <a:spLocks noGrp="1"/>
          </p:cNvSpPr>
          <p:nvPr>
            <p:ph type="dt" sz="half" idx="10"/>
          </p:nvPr>
        </p:nvSpPr>
        <p:spPr/>
        <p:txBody>
          <a:bodyPr/>
          <a:lstStyle/>
          <a:p>
            <a:endParaRPr lang="en-US" altLang="zh-CN"/>
          </a:p>
        </p:txBody>
      </p:sp>
      <p:sp>
        <p:nvSpPr>
          <p:cNvPr id="13" name="Slide Number Placeholder 12"/>
          <p:cNvSpPr>
            <a:spLocks noGrp="1"/>
          </p:cNvSpPr>
          <p:nvPr>
            <p:ph type="sldNum" sz="quarter" idx="11"/>
          </p:nvPr>
        </p:nvSpPr>
        <p:spPr/>
        <p:txBody>
          <a:bodyPr/>
          <a:lstStyle/>
          <a:p>
            <a:fld id="{5923F538-78C4-439D-9620-80B66367A22B}" type="slidenum">
              <a:rPr lang="en-US" altLang="zh-CN" smtClean="0"/>
              <a:pPr/>
              <a:t>‹#›</a:t>
            </a:fld>
            <a:endParaRPr lang="en-US" altLang="zh-CN"/>
          </a:p>
        </p:txBody>
      </p:sp>
      <p:sp>
        <p:nvSpPr>
          <p:cNvPr id="14" name="Footer Placeholder 13"/>
          <p:cNvSpPr>
            <a:spLocks noGrp="1"/>
          </p:cNvSpPr>
          <p:nvPr>
            <p:ph type="ftr" sz="quarter" idx="12"/>
          </p:nvPr>
        </p:nvSpPr>
        <p:spPr/>
        <p:txBody>
          <a:bodyPr/>
          <a:lstStyle/>
          <a:p>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275238"/>
            <a:ext cx="3581400" cy="411162"/>
          </a:xfrm>
        </p:spPr>
        <p:txBody>
          <a:bodyPr anchor="b">
            <a:noAutofit/>
          </a:bodyPr>
          <a:lstStyle>
            <a:lvl1pPr marL="0" indent="0" algn="ctr">
              <a:buNone/>
              <a:defRPr sz="1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457200" y="675288"/>
            <a:ext cx="3581400" cy="2525112"/>
          </a:xfrm>
        </p:spPr>
        <p:txBody>
          <a:bodyPr anchor="t">
            <a:normAutofit/>
          </a:bodyPr>
          <a:lstStyle>
            <a:lvl1pPr marL="228600" indent="-182880">
              <a:defRPr sz="1400"/>
            </a:lvl1pPr>
            <a:lvl2pPr>
              <a:defRPr sz="1400"/>
            </a:lvl2pPr>
            <a:lvl3pPr>
              <a:defRPr sz="1400"/>
            </a:lvl3pPr>
            <a:lvl4pPr>
              <a:defRPr sz="1400" baseline="0"/>
            </a:lvl4pPr>
            <a:lvl5pPr>
              <a:buFont typeface="Wingdings" pitchFamily="2" charset="2"/>
              <a:buChar char="§"/>
              <a:defRPr sz="1400"/>
            </a:lvl5pPr>
            <a:lvl6pPr>
              <a:buFont typeface="Wingdings" pitchFamily="2" charset="2"/>
              <a:buChar char="§"/>
              <a:defRPr sz="1400"/>
            </a:lvl6pPr>
            <a:lvl7pPr>
              <a:defRPr sz="1400"/>
            </a:lvl7pPr>
            <a:lvl8pPr>
              <a:defRPr sz="1400"/>
            </a:lvl8pPr>
            <a:lvl9pPr>
              <a:defRPr sz="14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smtClean="0"/>
          </a:p>
        </p:txBody>
      </p:sp>
      <p:sp>
        <p:nvSpPr>
          <p:cNvPr id="5" name="Text Placeholder 4"/>
          <p:cNvSpPr>
            <a:spLocks noGrp="1"/>
          </p:cNvSpPr>
          <p:nvPr>
            <p:ph type="body" sz="quarter" idx="3"/>
          </p:nvPr>
        </p:nvSpPr>
        <p:spPr>
          <a:xfrm>
            <a:off x="457199" y="3429000"/>
            <a:ext cx="3581400" cy="411162"/>
          </a:xfrm>
        </p:spPr>
        <p:txBody>
          <a:bodyPr anchor="b">
            <a:noAutofit/>
          </a:bodyPr>
          <a:lstStyle>
            <a:lvl1pPr marL="0" indent="0" algn="ctr">
              <a:buNone/>
              <a:defRPr sz="1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457199" y="3840162"/>
            <a:ext cx="3581400" cy="2515198"/>
          </a:xfrm>
        </p:spPr>
        <p:txBody>
          <a:bodyPr anchor="t">
            <a:normAutofit/>
          </a:bodyPr>
          <a:lstStyle>
            <a:lvl1pPr marL="228600" indent="-182880">
              <a:defRPr sz="1400"/>
            </a:lvl1pPr>
            <a:lvl2pPr>
              <a:defRPr sz="1400"/>
            </a:lvl2pPr>
            <a:lvl3pPr>
              <a:defRPr sz="1400"/>
            </a:lvl3pPr>
            <a:lvl4pPr>
              <a:defRPr sz="1400"/>
            </a:lvl4pPr>
            <a:lvl5pPr>
              <a:defRPr sz="1400"/>
            </a:lvl5pPr>
            <a:lvl6pPr>
              <a:defRPr sz="1400"/>
            </a:lvl6pPr>
            <a:lvl7pPr>
              <a:defRPr sz="1400"/>
            </a:lvl7pPr>
            <a:lvl8pPr>
              <a:defRPr sz="1400"/>
            </a:lvl8pPr>
            <a:lvl9pPr>
              <a:defRPr sz="14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smtClean="0"/>
          </a:p>
        </p:txBody>
      </p:sp>
      <p:sp>
        <p:nvSpPr>
          <p:cNvPr id="11" name="Title 1"/>
          <p:cNvSpPr>
            <a:spLocks noGrp="1"/>
          </p:cNvSpPr>
          <p:nvPr>
            <p:ph type="title"/>
          </p:nvPr>
        </p:nvSpPr>
        <p:spPr>
          <a:xfrm>
            <a:off x="4876800" y="457200"/>
            <a:ext cx="2819400" cy="5714999"/>
          </a:xfrm>
        </p:spPr>
        <p:txBody>
          <a:bodyPr/>
          <a:lstStyle/>
          <a:p>
            <a:r>
              <a:rPr lang="zh-CN" altLang="en-US" smtClean="0"/>
              <a:t>单击此处编辑母版标题样式</a:t>
            </a:r>
            <a:endParaRPr lang="en-US"/>
          </a:p>
        </p:txBody>
      </p:sp>
      <p:sp>
        <p:nvSpPr>
          <p:cNvPr id="12" name="Date Placeholder 11"/>
          <p:cNvSpPr>
            <a:spLocks noGrp="1"/>
          </p:cNvSpPr>
          <p:nvPr>
            <p:ph type="dt" sz="half" idx="10"/>
          </p:nvPr>
        </p:nvSpPr>
        <p:spPr/>
        <p:txBody>
          <a:bodyPr/>
          <a:lstStyle/>
          <a:p>
            <a:endParaRPr lang="en-US" altLang="zh-CN"/>
          </a:p>
        </p:txBody>
      </p:sp>
      <p:sp>
        <p:nvSpPr>
          <p:cNvPr id="14" name="Slide Number Placeholder 13"/>
          <p:cNvSpPr>
            <a:spLocks noGrp="1"/>
          </p:cNvSpPr>
          <p:nvPr>
            <p:ph type="sldNum" sz="quarter" idx="11"/>
          </p:nvPr>
        </p:nvSpPr>
        <p:spPr/>
        <p:txBody>
          <a:bodyPr/>
          <a:lstStyle/>
          <a:p>
            <a:fld id="{25982D87-4904-418A-AB0A-FD1977C6A644}" type="slidenum">
              <a:rPr lang="en-US" altLang="zh-CN" smtClean="0"/>
              <a:pPr/>
              <a:t>‹#›</a:t>
            </a:fld>
            <a:endParaRPr lang="en-US" altLang="zh-CN"/>
          </a:p>
        </p:txBody>
      </p:sp>
      <p:sp>
        <p:nvSpPr>
          <p:cNvPr id="16" name="Footer Placeholder 15"/>
          <p:cNvSpPr>
            <a:spLocks noGrp="1"/>
          </p:cNvSpPr>
          <p:nvPr>
            <p:ph type="ftr" sz="quarter" idx="12"/>
          </p:nvPr>
        </p:nvSpPr>
        <p:spPr/>
        <p:txBody>
          <a:bodyPr/>
          <a:lstStyle/>
          <a:p>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3733800" y="457200"/>
            <a:ext cx="3962400" cy="5715000"/>
          </a:xfrm>
        </p:spPr>
        <p:txBody>
          <a:bodyPr/>
          <a:lstStyle/>
          <a:p>
            <a:r>
              <a:rPr lang="zh-CN" altLang="en-US" smtClean="0"/>
              <a:t>单击此处编辑母版标题样式</a:t>
            </a:r>
            <a:endParaRPr lang="en-US" dirty="0"/>
          </a:p>
        </p:txBody>
      </p:sp>
      <p:sp>
        <p:nvSpPr>
          <p:cNvPr id="9" name="Date Placeholder 8"/>
          <p:cNvSpPr>
            <a:spLocks noGrp="1"/>
          </p:cNvSpPr>
          <p:nvPr>
            <p:ph type="dt" sz="half" idx="10"/>
          </p:nvPr>
        </p:nvSpPr>
        <p:spPr/>
        <p:txBody>
          <a:bodyPr/>
          <a:lstStyle/>
          <a:p>
            <a:endParaRPr lang="en-US" altLang="zh-CN"/>
          </a:p>
        </p:txBody>
      </p:sp>
      <p:sp>
        <p:nvSpPr>
          <p:cNvPr id="10" name="Slide Number Placeholder 9"/>
          <p:cNvSpPr>
            <a:spLocks noGrp="1"/>
          </p:cNvSpPr>
          <p:nvPr>
            <p:ph type="sldNum" sz="quarter" idx="11"/>
          </p:nvPr>
        </p:nvSpPr>
        <p:spPr/>
        <p:txBody>
          <a:bodyPr/>
          <a:lstStyle/>
          <a:p>
            <a:fld id="{67A96E9D-A74B-4FF4-9D4B-7D4E4112F622}" type="slidenum">
              <a:rPr lang="en-US" altLang="zh-CN" smtClean="0"/>
              <a:pPr/>
              <a:t>‹#›</a:t>
            </a:fld>
            <a:endParaRPr lang="en-US" altLang="zh-CN"/>
          </a:p>
        </p:txBody>
      </p:sp>
      <p:sp>
        <p:nvSpPr>
          <p:cNvPr id="11" name="Footer Placeholder 10"/>
          <p:cNvSpPr>
            <a:spLocks noGrp="1"/>
          </p:cNvSpPr>
          <p:nvPr>
            <p:ph type="ftr" sz="quarter" idx="12"/>
          </p:nvPr>
        </p:nvSpPr>
        <p:spPr/>
        <p:txBody>
          <a:bodyPr/>
          <a:lstStyle/>
          <a:p>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p>
            <a:endParaRPr lang="en-US" altLang="zh-CN"/>
          </a:p>
        </p:txBody>
      </p:sp>
      <p:sp>
        <p:nvSpPr>
          <p:cNvPr id="9" name="Slide Number Placeholder 8"/>
          <p:cNvSpPr>
            <a:spLocks noGrp="1"/>
          </p:cNvSpPr>
          <p:nvPr>
            <p:ph type="sldNum" sz="quarter" idx="11"/>
          </p:nvPr>
        </p:nvSpPr>
        <p:spPr/>
        <p:txBody>
          <a:bodyPr/>
          <a:lstStyle/>
          <a:p>
            <a:fld id="{563DD7D4-01B3-4E56-863B-02A8394A0F21}" type="slidenum">
              <a:rPr lang="en-US" altLang="zh-CN" smtClean="0"/>
              <a:pPr/>
              <a:t>‹#›</a:t>
            </a:fld>
            <a:endParaRPr lang="en-US" altLang="zh-CN"/>
          </a:p>
        </p:txBody>
      </p:sp>
      <p:sp>
        <p:nvSpPr>
          <p:cNvPr id="10" name="Footer Placeholder 9"/>
          <p:cNvSpPr>
            <a:spLocks noGrp="1"/>
          </p:cNvSpPr>
          <p:nvPr>
            <p:ph type="ftr" sz="quarter" idx="12"/>
          </p:nvPr>
        </p:nvSpPr>
        <p:spPr/>
        <p:txBody>
          <a:bodyPr/>
          <a:lstStyle/>
          <a:p>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181600" y="1676400"/>
            <a:ext cx="2514600" cy="1874837"/>
          </a:xfrm>
        </p:spPr>
        <p:txBody>
          <a:bodyPr anchor="b">
            <a:normAutofit/>
          </a:bodyPr>
          <a:lstStyle>
            <a:lvl1pPr algn="r">
              <a:defRPr sz="2000" b="0">
                <a:effectLst/>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04800" y="1676400"/>
            <a:ext cx="4700016" cy="3505200"/>
          </a:xfrm>
        </p:spPr>
        <p:txBody>
          <a:bodyPr>
            <a:normAutofit/>
          </a:bodyPr>
          <a:lstStyle>
            <a:lvl1pPr marL="228600" indent="-182880">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smtClean="0"/>
          </a:p>
        </p:txBody>
      </p:sp>
      <p:sp>
        <p:nvSpPr>
          <p:cNvPr id="14" name="Text Placeholder 3"/>
          <p:cNvSpPr>
            <a:spLocks noGrp="1"/>
          </p:cNvSpPr>
          <p:nvPr>
            <p:ph type="body" sz="half" idx="2"/>
          </p:nvPr>
        </p:nvSpPr>
        <p:spPr>
          <a:xfrm>
            <a:off x="5486400" y="3552372"/>
            <a:ext cx="2209800" cy="1629228"/>
          </a:xfrm>
        </p:spPr>
        <p:txBody>
          <a:bodyPr anchor="t">
            <a:normAutofit/>
          </a:bodyPr>
          <a:lstStyle>
            <a:lvl1pPr marL="0" indent="0" algn="r">
              <a:buNone/>
              <a:defRPr sz="12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15" name="Date Placeholder 14"/>
          <p:cNvSpPr>
            <a:spLocks noGrp="1"/>
          </p:cNvSpPr>
          <p:nvPr>
            <p:ph type="dt" sz="half" idx="10"/>
          </p:nvPr>
        </p:nvSpPr>
        <p:spPr/>
        <p:txBody>
          <a:bodyPr/>
          <a:lstStyle/>
          <a:p>
            <a:endParaRPr lang="en-US" altLang="zh-CN"/>
          </a:p>
        </p:txBody>
      </p:sp>
      <p:sp>
        <p:nvSpPr>
          <p:cNvPr id="16" name="Slide Number Placeholder 15"/>
          <p:cNvSpPr>
            <a:spLocks noGrp="1"/>
          </p:cNvSpPr>
          <p:nvPr>
            <p:ph type="sldNum" sz="quarter" idx="11"/>
          </p:nvPr>
        </p:nvSpPr>
        <p:spPr/>
        <p:txBody>
          <a:bodyPr/>
          <a:lstStyle/>
          <a:p>
            <a:fld id="{C02C2732-D222-4DD9-9AD2-96436CE05414}" type="slidenum">
              <a:rPr lang="en-US" altLang="zh-CN" smtClean="0"/>
              <a:pPr/>
              <a:t>‹#›</a:t>
            </a:fld>
            <a:endParaRPr lang="en-US" altLang="zh-CN"/>
          </a:p>
        </p:txBody>
      </p:sp>
      <p:sp>
        <p:nvSpPr>
          <p:cNvPr id="17" name="Footer Placeholder 16"/>
          <p:cNvSpPr>
            <a:spLocks noGrp="1"/>
          </p:cNvSpPr>
          <p:nvPr>
            <p:ph type="ftr" sz="quarter" idx="12"/>
          </p:nvPr>
        </p:nvSpPr>
        <p:spPr/>
        <p:txBody>
          <a:bodyPr/>
          <a:lstStyle/>
          <a:p>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304800" y="1676400"/>
            <a:ext cx="4696967" cy="35052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a:p>
        </p:txBody>
      </p:sp>
      <p:sp>
        <p:nvSpPr>
          <p:cNvPr id="11" name="Title 1"/>
          <p:cNvSpPr>
            <a:spLocks noGrp="1"/>
          </p:cNvSpPr>
          <p:nvPr>
            <p:ph type="title"/>
          </p:nvPr>
        </p:nvSpPr>
        <p:spPr>
          <a:xfrm>
            <a:off x="5181600" y="1676400"/>
            <a:ext cx="2514600" cy="1875972"/>
          </a:xfrm>
        </p:spPr>
        <p:txBody>
          <a:bodyPr anchor="b">
            <a:normAutofit/>
          </a:bodyPr>
          <a:lstStyle>
            <a:lvl1pPr algn="r">
              <a:defRPr sz="2000" b="0">
                <a:effectLst/>
              </a:defRPr>
            </a:lvl1pPr>
          </a:lstStyle>
          <a:p>
            <a:r>
              <a:rPr lang="zh-CN" altLang="en-US" smtClean="0"/>
              <a:t>单击此处编辑母版标题样式</a:t>
            </a:r>
            <a:endParaRPr lang="en-US" dirty="0"/>
          </a:p>
        </p:txBody>
      </p:sp>
      <p:sp>
        <p:nvSpPr>
          <p:cNvPr id="12" name="Text Placeholder 3"/>
          <p:cNvSpPr>
            <a:spLocks noGrp="1"/>
          </p:cNvSpPr>
          <p:nvPr>
            <p:ph type="body" sz="half" idx="2"/>
          </p:nvPr>
        </p:nvSpPr>
        <p:spPr>
          <a:xfrm>
            <a:off x="5486400" y="3552372"/>
            <a:ext cx="2209800" cy="1629228"/>
          </a:xfrm>
        </p:spPr>
        <p:txBody>
          <a:bodyPr anchor="t">
            <a:normAutofit/>
          </a:bodyPr>
          <a:lstStyle>
            <a:lvl1pPr marL="0" indent="0" algn="r">
              <a:buNone/>
              <a:defRPr sz="12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16" name="Date Placeholder 15"/>
          <p:cNvSpPr>
            <a:spLocks noGrp="1"/>
          </p:cNvSpPr>
          <p:nvPr>
            <p:ph type="dt" sz="half" idx="10"/>
          </p:nvPr>
        </p:nvSpPr>
        <p:spPr/>
        <p:txBody>
          <a:bodyPr/>
          <a:lstStyle/>
          <a:p>
            <a:endParaRPr lang="en-US" altLang="zh-CN"/>
          </a:p>
        </p:txBody>
      </p:sp>
      <p:sp>
        <p:nvSpPr>
          <p:cNvPr id="17" name="Slide Number Placeholder 16"/>
          <p:cNvSpPr>
            <a:spLocks noGrp="1"/>
          </p:cNvSpPr>
          <p:nvPr>
            <p:ph type="sldNum" sz="quarter" idx="11"/>
          </p:nvPr>
        </p:nvSpPr>
        <p:spPr/>
        <p:txBody>
          <a:bodyPr/>
          <a:lstStyle/>
          <a:p>
            <a:fld id="{5AFAF8CA-7E95-422F-A2F0-571B43AD46BC}" type="slidenum">
              <a:rPr lang="en-US" altLang="zh-CN" smtClean="0"/>
              <a:pPr/>
              <a:t>‹#›</a:t>
            </a:fld>
            <a:endParaRPr lang="en-US" altLang="zh-CN"/>
          </a:p>
        </p:txBody>
      </p:sp>
      <p:sp>
        <p:nvSpPr>
          <p:cNvPr id="18" name="Footer Placeholder 17"/>
          <p:cNvSpPr>
            <a:spLocks noGrp="1"/>
          </p:cNvSpPr>
          <p:nvPr>
            <p:ph type="ftr" sz="quarter" idx="12"/>
          </p:nvPr>
        </p:nvSpPr>
        <p:spPr/>
        <p:txBody>
          <a:bodyPr/>
          <a:lstStyle/>
          <a:p>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3" name="Date Placeholder 12"/>
          <p:cNvSpPr>
            <a:spLocks noGrp="1"/>
          </p:cNvSpPr>
          <p:nvPr>
            <p:ph type="dt" sz="half" idx="10"/>
          </p:nvPr>
        </p:nvSpPr>
        <p:spPr/>
        <p:txBody>
          <a:bodyPr/>
          <a:lstStyle/>
          <a:p>
            <a:endParaRPr lang="en-US" altLang="zh-CN"/>
          </a:p>
        </p:txBody>
      </p:sp>
      <p:sp>
        <p:nvSpPr>
          <p:cNvPr id="14" name="Slide Number Placeholder 13"/>
          <p:cNvSpPr>
            <a:spLocks noGrp="1"/>
          </p:cNvSpPr>
          <p:nvPr>
            <p:ph type="sldNum" sz="quarter" idx="11"/>
          </p:nvPr>
        </p:nvSpPr>
        <p:spPr/>
        <p:txBody>
          <a:bodyPr/>
          <a:lstStyle/>
          <a:p>
            <a:fld id="{091DE06C-069E-46A4-ABBE-4FCE8B7BB1BE}" type="slidenum">
              <a:rPr lang="en-US" altLang="zh-CN" smtClean="0"/>
              <a:pPr/>
              <a:t>‹#›</a:t>
            </a:fld>
            <a:endParaRPr lang="en-US" altLang="zh-CN"/>
          </a:p>
        </p:txBody>
      </p:sp>
      <p:sp>
        <p:nvSpPr>
          <p:cNvPr id="15" name="Footer Placeholder 14"/>
          <p:cNvSpPr>
            <a:spLocks noGrp="1"/>
          </p:cNvSpPr>
          <p:nvPr>
            <p:ph type="ftr" sz="quarter" idx="12"/>
          </p:nvPr>
        </p:nvSpPr>
        <p:spPr/>
        <p:txBody>
          <a:bodyPr/>
          <a:lstStyle/>
          <a:p>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3" name="Date Placeholder 12"/>
          <p:cNvSpPr>
            <a:spLocks noGrp="1"/>
          </p:cNvSpPr>
          <p:nvPr>
            <p:ph type="dt" sz="half" idx="10"/>
          </p:nvPr>
        </p:nvSpPr>
        <p:spPr/>
        <p:txBody>
          <a:bodyPr/>
          <a:lstStyle/>
          <a:p>
            <a:endParaRPr lang="en-US" altLang="zh-CN"/>
          </a:p>
        </p:txBody>
      </p:sp>
      <p:sp>
        <p:nvSpPr>
          <p:cNvPr id="14" name="Slide Number Placeholder 13"/>
          <p:cNvSpPr>
            <a:spLocks noGrp="1"/>
          </p:cNvSpPr>
          <p:nvPr>
            <p:ph type="sldNum" sz="quarter" idx="11"/>
          </p:nvPr>
        </p:nvSpPr>
        <p:spPr/>
        <p:txBody>
          <a:bodyPr/>
          <a:lstStyle/>
          <a:p>
            <a:fld id="{1253BF26-47F7-49D4-AC55-9DFFE6ADA83E}" type="slidenum">
              <a:rPr lang="en-US" altLang="zh-CN" smtClean="0"/>
              <a:pPr/>
              <a:t>‹#›</a:t>
            </a:fld>
            <a:endParaRPr lang="en-US" altLang="zh-CN"/>
          </a:p>
        </p:txBody>
      </p:sp>
      <p:sp>
        <p:nvSpPr>
          <p:cNvPr id="15" name="Footer Placeholder 14"/>
          <p:cNvSpPr>
            <a:spLocks noGrp="1"/>
          </p:cNvSpPr>
          <p:nvPr>
            <p:ph type="ftr" sz="quarter" idx="12"/>
          </p:nvPr>
        </p:nvSpPr>
        <p:spPr/>
        <p:txBody>
          <a:bodyPr/>
          <a:lstStyle/>
          <a:p>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Picture 11" descr="sphere2.png"/>
          <p:cNvPicPr>
            <a:picLocks noChangeAspect="1"/>
          </p:cNvPicPr>
          <p:nvPr/>
        </p:nvPicPr>
        <p:blipFill>
          <a:blip r:embed="rId13" cstate="print"/>
          <a:stretch>
            <a:fillRect/>
          </a:stretch>
        </p:blipFill>
        <p:spPr>
          <a:xfrm>
            <a:off x="8823693" y="0"/>
            <a:ext cx="320307" cy="6858000"/>
          </a:xfrm>
          <a:prstGeom prst="rect">
            <a:avLst/>
          </a:prstGeom>
        </p:spPr>
      </p:pic>
      <p:sp>
        <p:nvSpPr>
          <p:cNvPr id="2" name="Title Placeholder 1"/>
          <p:cNvSpPr>
            <a:spLocks noGrp="1"/>
          </p:cNvSpPr>
          <p:nvPr>
            <p:ph type="title"/>
          </p:nvPr>
        </p:nvSpPr>
        <p:spPr>
          <a:xfrm>
            <a:off x="4876800" y="457200"/>
            <a:ext cx="2819400" cy="5715000"/>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457200" y="457200"/>
            <a:ext cx="3657600" cy="5714999"/>
          </a:xfrm>
          <a:prstGeom prst="rect">
            <a:avLst/>
          </a:prstGeom>
        </p:spPr>
        <p:txBody>
          <a:bodyPr vert="horz" lIns="91440" tIns="45720" rIns="91440" bIns="45720" rtlCol="0" anchor="ctr">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8" name="Slide Number Placeholder 7"/>
          <p:cNvSpPr>
            <a:spLocks noGrp="1"/>
          </p:cNvSpPr>
          <p:nvPr>
            <p:ph type="sldNum" sz="quarter" idx="4"/>
          </p:nvPr>
        </p:nvSpPr>
        <p:spPr>
          <a:xfrm>
            <a:off x="7772400" y="6400800"/>
            <a:ext cx="533400" cy="152400"/>
          </a:xfrm>
          <a:prstGeom prst="rect">
            <a:avLst/>
          </a:prstGeom>
        </p:spPr>
        <p:txBody>
          <a:bodyPr vert="horz" lIns="91440" tIns="45720" rIns="91440" bIns="45720" rtlCol="0" anchor="ctr"/>
          <a:lstStyle>
            <a:lvl1pPr algn="ctr">
              <a:defRPr sz="1050">
                <a:solidFill>
                  <a:schemeClr val="tx1">
                    <a:lumMod val="50000"/>
                    <a:lumOff val="50000"/>
                  </a:schemeClr>
                </a:solidFill>
              </a:defRPr>
            </a:lvl1pPr>
          </a:lstStyle>
          <a:p>
            <a:fld id="{5EE0974B-D498-4AD3-AF2E-E09D51D6B3C5}" type="slidenum">
              <a:rPr lang="en-US" altLang="zh-CN" smtClean="0"/>
              <a:pPr/>
              <a:t>‹#›</a:t>
            </a:fld>
            <a:endParaRPr lang="en-US" altLang="zh-CN"/>
          </a:p>
        </p:txBody>
      </p:sp>
      <p:sp>
        <p:nvSpPr>
          <p:cNvPr id="9" name="Date Placeholder 8"/>
          <p:cNvSpPr>
            <a:spLocks noGrp="1"/>
          </p:cNvSpPr>
          <p:nvPr>
            <p:ph type="dt" sz="half" idx="2"/>
          </p:nvPr>
        </p:nvSpPr>
        <p:spPr>
          <a:xfrm>
            <a:off x="4876801" y="6426201"/>
            <a:ext cx="2819399" cy="126999"/>
          </a:xfrm>
          <a:prstGeom prst="rect">
            <a:avLst/>
          </a:prstGeom>
        </p:spPr>
        <p:txBody>
          <a:bodyPr vert="horz" lIns="91440" tIns="45720" rIns="91440" bIns="45720" rtlCol="0" anchor="ctr"/>
          <a:lstStyle>
            <a:lvl1pPr algn="r">
              <a:defRPr sz="1050">
                <a:solidFill>
                  <a:schemeClr val="tx1">
                    <a:lumMod val="50000"/>
                    <a:lumOff val="50000"/>
                  </a:schemeClr>
                </a:solidFill>
              </a:defRPr>
            </a:lvl1pPr>
          </a:lstStyle>
          <a:p>
            <a:endParaRPr lang="en-US" altLang="zh-CN"/>
          </a:p>
        </p:txBody>
      </p:sp>
      <p:sp>
        <p:nvSpPr>
          <p:cNvPr id="10" name="Footer Placeholder 9"/>
          <p:cNvSpPr>
            <a:spLocks noGrp="1"/>
          </p:cNvSpPr>
          <p:nvPr>
            <p:ph type="ftr" sz="quarter" idx="3"/>
          </p:nvPr>
        </p:nvSpPr>
        <p:spPr>
          <a:xfrm>
            <a:off x="4875213" y="6296248"/>
            <a:ext cx="2820987" cy="152400"/>
          </a:xfrm>
          <a:prstGeom prst="rect">
            <a:avLst/>
          </a:prstGeom>
        </p:spPr>
        <p:txBody>
          <a:bodyPr vert="horz" lIns="91440" tIns="45720" rIns="91440" bIns="45720" rtlCol="0" anchor="b"/>
          <a:lstStyle>
            <a:lvl1pPr algn="r">
              <a:defRPr sz="1050">
                <a:solidFill>
                  <a:schemeClr val="tx1"/>
                </a:solidFill>
              </a:defRPr>
            </a:lvl1pPr>
          </a:lstStyle>
          <a:p>
            <a:endParaRPr lang="en-US" altLang="zh-CN"/>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par>
    </p:tnLst>
  </p:timing>
  <p:txStyles>
    <p:titleStyle>
      <a:lvl1pPr algn="r" defTabSz="914400" rtl="0" eaLnBrk="1" latinLnBrk="0" hangingPunct="1">
        <a:spcBef>
          <a:spcPct val="0"/>
        </a:spcBef>
        <a:buNone/>
        <a:defRPr sz="2800" kern="1200">
          <a:gradFill>
            <a:gsLst>
              <a:gs pos="0">
                <a:schemeClr val="tx1">
                  <a:lumMod val="50000"/>
                </a:schemeClr>
              </a:gs>
              <a:gs pos="61000">
                <a:schemeClr val="tx1"/>
              </a:gs>
            </a:gsLst>
            <a:lin ang="5400000" scaled="0"/>
          </a:gradFill>
          <a:effectLst/>
          <a:latin typeface="+mj-lt"/>
          <a:ea typeface="+mj-ea"/>
          <a:cs typeface="+mj-cs"/>
        </a:defRPr>
      </a:lvl1pPr>
    </p:titleStyle>
    <p:bodyStyle>
      <a:lvl1pPr marL="182880" indent="-182880" algn="l" defTabSz="914400" rtl="0" eaLnBrk="1" latinLnBrk="0" hangingPunct="1">
        <a:spcBef>
          <a:spcPct val="20000"/>
        </a:spcBef>
        <a:buClr>
          <a:schemeClr val="tx1">
            <a:lumMod val="50000"/>
            <a:lumOff val="50000"/>
          </a:schemeClr>
        </a:buClr>
        <a:buFont typeface="Wingdings" pitchFamily="2" charset="2"/>
        <a:buChar char="§"/>
        <a:defRPr sz="1800" kern="1200">
          <a:solidFill>
            <a:schemeClr val="tx1">
              <a:lumMod val="85000"/>
            </a:schemeClr>
          </a:solidFill>
          <a:latin typeface="+mn-lt"/>
          <a:ea typeface="+mn-ea"/>
          <a:cs typeface="+mn-cs"/>
        </a:defRPr>
      </a:lvl1pPr>
      <a:lvl2pPr marL="41148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2pPr>
      <a:lvl3pPr marL="59436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3pPr>
      <a:lvl4pPr marL="77724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4pPr>
      <a:lvl5pPr marL="960120" indent="-182880" algn="l" defTabSz="914400" rtl="0" eaLnBrk="1" latinLnBrk="0" hangingPunct="1">
        <a:spcBef>
          <a:spcPct val="20000"/>
        </a:spcBef>
        <a:buClr>
          <a:schemeClr val="tx1">
            <a:lumMod val="50000"/>
            <a:lumOff val="50000"/>
          </a:schemeClr>
        </a:buClr>
        <a:buFont typeface="Wingdings" pitchFamily="2" charset="2"/>
        <a:buChar char="§"/>
        <a:defRPr sz="1400" kern="1200">
          <a:solidFill>
            <a:schemeClr val="tx1">
              <a:lumMod val="85000"/>
            </a:schemeClr>
          </a:solidFill>
          <a:latin typeface="+mn-lt"/>
          <a:ea typeface="+mn-ea"/>
          <a:cs typeface="+mn-cs"/>
        </a:defRPr>
      </a:lvl5pPr>
      <a:lvl6pPr marL="114300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6pPr>
      <a:lvl7pPr marL="132588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7pPr>
      <a:lvl8pPr marL="150876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8pPr>
      <a:lvl9pPr marL="1691640" indent="-182880" algn="l" defTabSz="914400" rtl="0" eaLnBrk="1" latinLnBrk="0" hangingPunct="1">
        <a:spcBef>
          <a:spcPts val="288"/>
        </a:spcBef>
        <a:buClr>
          <a:schemeClr val="tx1">
            <a:lumMod val="50000"/>
            <a:lumOff val="50000"/>
          </a:schemeClr>
        </a:buClr>
        <a:buFont typeface="Wingdings" pitchFamily="2" charset="2"/>
        <a:buChar char="§"/>
        <a:defRPr sz="14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tech.163.com/special/00092GR3/people2007.html" TargetMode="Externa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152000" y="1620000"/>
            <a:ext cx="7802136" cy="923330"/>
          </a:xfrm>
          <a:prstGeom prst="rect">
            <a:avLst/>
          </a:prstGeom>
          <a:noFill/>
        </p:spPr>
        <p:txBody>
          <a:bodyPr wrap="none" lIns="91440" tIns="45720" rIns="91440" bIns="45720">
            <a:spAutoFit/>
          </a:bodyPr>
          <a:lstStyle/>
          <a:p>
            <a:pPr algn="ctr"/>
            <a:r>
              <a:rPr lang="zh-CN" altLang="en-US" sz="5400" dirty="0">
                <a:ln w="18415" cmpd="sng">
                  <a:solidFill>
                    <a:srgbClr val="FFFFFF"/>
                  </a:solidFill>
                  <a:prstDash val="solid"/>
                </a:ln>
                <a:solidFill>
                  <a:srgbClr val="FFFFFF"/>
                </a:solidFill>
                <a:effectLst>
                  <a:outerShdw blurRad="63500" dir="3600000" algn="tl" rotWithShape="0">
                    <a:srgbClr val="000000">
                      <a:alpha val="70000"/>
                    </a:srgbClr>
                  </a:outerShdw>
                </a:effectLst>
              </a:rPr>
              <a:t>年度最活跃十大科技人物</a:t>
            </a:r>
            <a:endParaRPr lang="zh-CN" altLang="en-US" sz="5400" b="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Tree>
    <p:extLst>
      <p:ext uri="{BB962C8B-B14F-4D97-AF65-F5344CB8AC3E}">
        <p14:creationId xmlns:p14="http://schemas.microsoft.com/office/powerpoint/2010/main" val="1390771808"/>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zh-CN" altLang="en-US"/>
              <a:t>年度最活跃的十大科技人物 </a:t>
            </a:r>
          </a:p>
        </p:txBody>
      </p:sp>
      <p:pic>
        <p:nvPicPr>
          <p:cNvPr id="1026" name="Picture 2" descr="C:\Program Files\Microsoft Office\MEDIA\CAGCAT10\j0090070.wmf"/>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1647896" y="2178867"/>
            <a:ext cx="2014396" cy="2500265"/>
          </a:xfrm>
          <a:prstGeom prst="rect">
            <a:avLst/>
          </a:prstGeom>
          <a:noFill/>
          <a:extLst>
            <a:ext uri="{909E8E84-426E-40DD-AFC4-6F175D3DCCD1}">
              <a14:hiddenFill xmlns:a14="http://schemas.microsoft.com/office/drawing/2010/main">
                <a:solidFill>
                  <a:srgbClr val="FFFFFF"/>
                </a:solidFill>
              </a14:hiddenFill>
            </a:ext>
          </a:extLst>
        </p:spPr>
      </p:pic>
      <p:sp>
        <p:nvSpPr>
          <p:cNvPr id="3075" name="Rectangle 3"/>
          <p:cNvSpPr>
            <a:spLocks noGrp="1" noChangeArrowheads="1"/>
          </p:cNvSpPr>
          <p:nvPr>
            <p:ph type="body" sz="half" idx="2"/>
          </p:nvPr>
        </p:nvSpPr>
        <p:spPr/>
        <p:txBody>
          <a:bodyPr/>
          <a:lstStyle/>
          <a:p>
            <a:pPr>
              <a:lnSpc>
                <a:spcPct val="90000"/>
              </a:lnSpc>
            </a:pPr>
            <a:r>
              <a:rPr lang="zh-CN" altLang="en-US" dirty="0"/>
              <a:t>科技人物排行旨在反应一年中科技行业人物的活跃度，作为今年科技行业的热门人物，媒体关注的焦点，他们的举动也在一定程度上影响着各自领域或公司这一年的发展和走向。　　</a:t>
            </a:r>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endParaRPr lang="zh-CN" altLang="en-US"/>
          </a:p>
        </p:txBody>
      </p:sp>
      <p:pic>
        <p:nvPicPr>
          <p:cNvPr id="6" name="Picture 4" descr="2007121815004414a11">
            <a:hlinkClick r:id="rId2"/>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654844" y="2286000"/>
            <a:ext cx="40005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Text Box 4"/>
          <p:cNvSpPr txBox="1">
            <a:spLocks noGrp="1" noChangeArrowheads="1"/>
          </p:cNvSpPr>
          <p:nvPr>
            <p:ph type="body" sz="half" idx="2"/>
          </p:nvPr>
        </p:nvSpPr>
        <p:spPr>
          <a:noFill/>
          <a:ln/>
        </p:spPr>
        <p:txBody>
          <a:bodyPr>
            <a:normAutofit fontScale="47500" lnSpcReduction="20000"/>
          </a:bodyPr>
          <a:lstStyle/>
          <a:p>
            <a:pPr>
              <a:spcBef>
                <a:spcPct val="50000"/>
              </a:spcBef>
            </a:pPr>
            <a:r>
              <a:rPr lang="zh-CN" altLang="en-US" sz="2400" dirty="0"/>
              <a:t>本统计选取了从</a:t>
            </a:r>
            <a:r>
              <a:rPr lang="en-US" altLang="zh-CN" sz="2400" dirty="0"/>
              <a:t>2007</a:t>
            </a:r>
            <a:r>
              <a:rPr lang="zh-CN" altLang="en-US" sz="2400" dirty="0"/>
              <a:t>年内出现在某网站 “科技人物”栏目内的</a:t>
            </a:r>
            <a:r>
              <a:rPr lang="en-US" altLang="zh-CN" sz="2400" dirty="0"/>
              <a:t>701</a:t>
            </a:r>
            <a:r>
              <a:rPr lang="zh-CN" altLang="en-US" sz="2400" dirty="0"/>
              <a:t>篇新闻，共涉及</a:t>
            </a:r>
            <a:r>
              <a:rPr lang="en-US" altLang="zh-CN" sz="2400" dirty="0"/>
              <a:t>209</a:t>
            </a:r>
            <a:r>
              <a:rPr lang="zh-CN" altLang="en-US" sz="2400" dirty="0"/>
              <a:t>位人物。在这些人物中包括科技行业的企业领袖、专家学者、政府官员以及评论分析师等职业。按照他们出现的次数排列后发现：企业领袖占据了前十位，与此同时这十位年度人物所在的企业也均是各自领域的领军者。</a:t>
            </a:r>
          </a:p>
          <a:p>
            <a:pPr>
              <a:spcBef>
                <a:spcPct val="50000"/>
              </a:spcBef>
              <a:buFontTx/>
              <a:buNone/>
            </a:pPr>
            <a:endParaRPr lang="zh-CN" altLang="en-US" sz="2400" dirty="0"/>
          </a:p>
        </p:txBody>
      </p:sp>
    </p:spTree>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par>
    </p:tnLst>
  </p:timing>
</p:sld>
</file>

<file path=ppt/theme/theme1.xml><?xml version="1.0" encoding="utf-8"?>
<a:theme xmlns:a="http://schemas.openxmlformats.org/drawingml/2006/main" name="复合">
  <a:themeElements>
    <a:clrScheme name="复合">
      <a:dk1>
        <a:sysClr val="windowText" lastClr="000000"/>
      </a:dk1>
      <a:lt1>
        <a:sysClr val="window" lastClr="FFFFFF"/>
      </a:lt1>
      <a:dk2>
        <a:srgbClr val="5B6973"/>
      </a:dk2>
      <a:lt2>
        <a:srgbClr val="E7ECED"/>
      </a:lt2>
      <a:accent1>
        <a:srgbClr val="98C723"/>
      </a:accent1>
      <a:accent2>
        <a:srgbClr val="59B0B9"/>
      </a:accent2>
      <a:accent3>
        <a:srgbClr val="DEAE00"/>
      </a:accent3>
      <a:accent4>
        <a:srgbClr val="B77BB4"/>
      </a:accent4>
      <a:accent5>
        <a:srgbClr val="E0773C"/>
      </a:accent5>
      <a:accent6>
        <a:srgbClr val="A98D63"/>
      </a:accent6>
      <a:hlink>
        <a:srgbClr val="26CBEC"/>
      </a:hlink>
      <a:folHlink>
        <a:srgbClr val="598C8C"/>
      </a:folHlink>
    </a:clrScheme>
    <a:fontScheme name="复合">
      <a:majorFont>
        <a:latin typeface="Calibri"/>
        <a:ea typeface=""/>
        <a:cs typeface=""/>
        <a:font script="Jpan" typeface="ＭＳ Ｐゴシック"/>
        <a:font script="Hang" typeface="맑은 고딕"/>
        <a:font script="Hans" typeface="宋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复合">
      <a:fillStyleLst>
        <a:solidFill>
          <a:schemeClr val="phClr"/>
        </a:solidFill>
        <a:gradFill rotWithShape="1">
          <a:gsLst>
            <a:gs pos="0">
              <a:schemeClr val="phClr">
                <a:tint val="50000"/>
                <a:shade val="95000"/>
                <a:satMod val="300000"/>
              </a:schemeClr>
            </a:gs>
            <a:gs pos="12000">
              <a:schemeClr val="phClr">
                <a:tint val="50000"/>
                <a:shade val="90000"/>
                <a:satMod val="250000"/>
              </a:schemeClr>
            </a:gs>
            <a:gs pos="100000">
              <a:schemeClr val="phClr">
                <a:tint val="85000"/>
                <a:shade val="75000"/>
                <a:satMod val="150000"/>
              </a:schemeClr>
            </a:gs>
          </a:gsLst>
          <a:lin ang="16200000" scaled="1"/>
        </a:gradFill>
        <a:gradFill rotWithShape="1">
          <a:gsLst>
            <a:gs pos="0">
              <a:schemeClr val="phClr">
                <a:tint val="75000"/>
                <a:shade val="95000"/>
                <a:satMod val="175000"/>
              </a:schemeClr>
            </a:gs>
            <a:gs pos="12000">
              <a:schemeClr val="phClr">
                <a:tint val="90000"/>
                <a:shade val="90000"/>
                <a:satMod val="150000"/>
              </a:schemeClr>
            </a:gs>
            <a:gs pos="100000">
              <a:schemeClr val="phClr">
                <a:tint val="100000"/>
                <a:shade val="75000"/>
                <a:satMod val="150000"/>
              </a:schemeClr>
            </a:gs>
          </a:gsLst>
          <a:lin ang="16200000" scaled="1"/>
        </a:gradFill>
      </a:fillStyleLst>
      <a:lnStyleLst>
        <a:ln w="9525" cap="flat" cmpd="sng" algn="ctr">
          <a:solidFill>
            <a:schemeClr val="phClr">
              <a:shade val="95000"/>
              <a:satMod val="105000"/>
            </a:scheme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scene3d>
            <a:camera prst="orthographicFront">
              <a:rot lat="0" lon="0" rev="0"/>
            </a:camera>
            <a:lightRig rig="freezing" dir="t">
              <a:rot lat="0" lon="0" rev="6000000"/>
            </a:lightRig>
          </a:scene3d>
          <a:sp3d contourW="12700" prstMaterial="dkEdge">
            <a:bevelT w="44450" h="25400"/>
            <a:contourClr>
              <a:schemeClr val="phClr">
                <a:shade val="30000"/>
              </a:schemeClr>
            </a:contourClr>
          </a:sp3d>
        </a:effectStyle>
      </a:effectStyleLst>
      <a:bgFillStyleLst>
        <a:solidFill>
          <a:schemeClr val="phClr"/>
        </a:solidFill>
        <a:gradFill rotWithShape="1">
          <a:gsLst>
            <a:gs pos="0">
              <a:schemeClr val="phClr">
                <a:tint val="100000"/>
                <a:shade val="80000"/>
                <a:satMod val="110000"/>
                <a:lumMod val="80000"/>
              </a:schemeClr>
            </a:gs>
            <a:gs pos="79000">
              <a:schemeClr val="phClr">
                <a:tint val="100000"/>
                <a:shade val="90000"/>
                <a:satMod val="105000"/>
                <a:lumMod val="100000"/>
              </a:schemeClr>
            </a:gs>
            <a:gs pos="100000">
              <a:schemeClr val="phClr">
                <a:tint val="95000"/>
                <a:shade val="100000"/>
                <a:satMod val="110000"/>
                <a:lumMod val="115000"/>
              </a:schemeClr>
            </a:gs>
          </a:gsLst>
          <a:lin ang="5400000" scaled="0"/>
        </a:gradFill>
        <a:gradFill rotWithShape="1">
          <a:gsLst>
            <a:gs pos="0">
              <a:schemeClr val="phClr">
                <a:tint val="90000"/>
                <a:shade val="100000"/>
                <a:satMod val="100000"/>
                <a:lumMod val="110000"/>
              </a:schemeClr>
            </a:gs>
            <a:gs pos="83000">
              <a:schemeClr val="phClr">
                <a:shade val="75000"/>
                <a:satMod val="200000"/>
              </a:schemeClr>
            </a:gs>
            <a:gs pos="100000">
              <a:schemeClr val="phClr">
                <a:shade val="90000"/>
                <a:satMod val="200000"/>
              </a:schemeClr>
            </a:gs>
          </a:gsLst>
          <a:path path="circle">
            <a:fillToRect l="75000" t="100000" b="3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Composite</Template>
  <TotalTime>52</TotalTime>
  <Words>142</Words>
  <Application>Microsoft Office PowerPoint</Application>
  <PresentationFormat>全屏显示(4:3)</PresentationFormat>
  <Paragraphs>4</Paragraphs>
  <Slides>3</Slides>
  <Notes>0</Notes>
  <HiddenSlides>0</HiddenSlides>
  <MMClips>0</MMClips>
  <ScaleCrop>false</ScaleCrop>
  <HeadingPairs>
    <vt:vector size="4" baseType="variant">
      <vt:variant>
        <vt:lpstr>主题</vt:lpstr>
      </vt:variant>
      <vt:variant>
        <vt:i4>1</vt:i4>
      </vt:variant>
      <vt:variant>
        <vt:lpstr>幻灯片标题</vt:lpstr>
      </vt:variant>
      <vt:variant>
        <vt:i4>3</vt:i4>
      </vt:variant>
    </vt:vector>
  </HeadingPairs>
  <TitlesOfParts>
    <vt:vector size="4" baseType="lpstr">
      <vt:lpstr>复合</vt:lpstr>
      <vt:lpstr>PowerPoint 演示文稿</vt:lpstr>
      <vt:lpstr>年度最活跃的十大科技人物 </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User</dc:creator>
  <cp:lastModifiedBy>YlmF</cp:lastModifiedBy>
  <cp:revision>10</cp:revision>
  <dcterms:created xsi:type="dcterms:W3CDTF">2008-02-08T08:15:39Z</dcterms:created>
  <dcterms:modified xsi:type="dcterms:W3CDTF">2013-08-23T06:35:16Z</dcterms:modified>
</cp:coreProperties>
</file>