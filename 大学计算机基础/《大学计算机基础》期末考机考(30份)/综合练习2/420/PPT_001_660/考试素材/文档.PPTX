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63" r:id="rId5"/>
    <p:sldId id="265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60"/>
  </p:normalViewPr>
  <p:slideViewPr>
    <p:cSldViewPr>
      <p:cViewPr varScale="1">
        <p:scale>
          <a:sx n="67" d="100"/>
          <a:sy n="67" d="100"/>
        </p:scale>
        <p:origin x="-1476" y="-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F8B112D-4B3E-425F-A546-CE2A3FB521A1}" type="datetime1">
              <a:rPr lang="zh-CN" altLang="en-US"/>
              <a:pPr>
                <a:defRPr/>
              </a:pPr>
              <a:t>2015-3-29</a:t>
            </a:fld>
            <a:endParaRPr lang="zh-CN" altLang="en-US" sz="1200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717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C6C96F46-F95A-4DC0-BA05-6C0332CAA70E}" type="slidenum">
              <a:rPr lang="zh-CN" altLang="en-US"/>
              <a:pPr>
                <a:defRPr/>
              </a:pPr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5853267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F26938-8AD3-4771-B9D1-819461D03EB7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8A4BD-F1E6-47EB-B521-87FE55C8881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34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E43F9-85FC-47EA-84F5-FC5899A986E9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32006-1A84-4308-9A89-E15966F10F8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08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F64A61-388F-4E16-A559-047DA3370037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C1142-C23B-400E-95D7-0FEF777B231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4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9725"/>
            <a:ext cx="3543300" cy="4846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52900" y="1609725"/>
            <a:ext cx="3543300" cy="4846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A85229-30B7-4D5A-A3D4-7CD3C7FFCB91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459651-1AA1-4C5B-95EF-DA5022180CF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238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FBFB1-71DE-4EE8-B29E-73CE9D8594EA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A98B3-33F9-4A30-AF63-65E3AEC8784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3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E9DE8-9419-43A3-BBEA-D49EC4FCF2B6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4B520-8004-45F5-8F74-DF5CCBEF7AC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0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5C6CE-A9A4-4E64-9FBB-061FE39D23B2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FDE1A-FD7B-45CF-8088-A5FB47B1CA9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83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C9DE3-F1EA-4628-9747-632B32DD8C64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3600B-00E5-4116-A639-5713631FA53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15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A30AE-279B-478B-B032-41C844E025D2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EA06A-911D-4887-B3FC-6ADE2C9EE6D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61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2AFA-CA33-4415-9BF2-E5A076C9EB68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167A-3662-4544-8CE1-444E98B7266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97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6450" y="320675"/>
            <a:ext cx="1809750" cy="61356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20675"/>
            <a:ext cx="5276850" cy="61356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014D5-E262-4EFE-B3E6-6658B1B586B5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57C20-673B-4109-8DB8-D4AC85A80DC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985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734C6-F18D-410D-8E56-C58DAABE4489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7CB25-D0C8-4456-BDA2-C836222AAA0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7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8"/>
          <p:cNvSpPr>
            <a:spLocks noChangeArrowheads="1"/>
          </p:cNvSpPr>
          <p:nvPr/>
        </p:nvSpPr>
        <p:spPr bwMode="auto">
          <a:xfrm flipH="1">
            <a:off x="8153400" y="0"/>
            <a:ext cx="990600" cy="6858000"/>
          </a:xfrm>
          <a:prstGeom prst="rect">
            <a:avLst/>
          </a:prstGeom>
          <a:blipFill dpi="0" rotWithShape="1">
            <a:blip r:embed="rId14">
              <a:alphaModFix amt="43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1027" name="标题占位符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0" rIns="4572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Trebuchet MS" pitchFamily="34" charset="0"/>
              </a:rPr>
              <a:t>单击此处编辑母版标题样式</a:t>
            </a:r>
          </a:p>
        </p:txBody>
      </p:sp>
      <p:sp>
        <p:nvSpPr>
          <p:cNvPr id="1028" name="文本占位符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9725"/>
            <a:ext cx="7239000" cy="484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Trebuchet MS" pitchFamily="34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Trebuchet MS" pitchFamily="34" charset="0"/>
              </a:rPr>
              <a:t>第二级</a:t>
            </a:r>
          </a:p>
          <a:p>
            <a:pPr lvl="2"/>
            <a:r>
              <a:rPr lang="zh-CN" smtClean="0">
                <a:sym typeface="Trebuchet MS" pitchFamily="34" charset="0"/>
              </a:rPr>
              <a:t>第三级</a:t>
            </a:r>
          </a:p>
          <a:p>
            <a:pPr lvl="3"/>
            <a:r>
              <a:rPr lang="zh-CN" smtClean="0">
                <a:sym typeface="Trebuchet MS" pitchFamily="34" charset="0"/>
              </a:rPr>
              <a:t>第四级</a:t>
            </a:r>
          </a:p>
          <a:p>
            <a:pPr lvl="4"/>
            <a:r>
              <a:rPr lang="zh-CN" smtClean="0">
                <a:sym typeface="Trebuchet MS" pitchFamily="34" charset="0"/>
              </a:rPr>
              <a:t>第五级</a:t>
            </a:r>
          </a:p>
        </p:txBody>
      </p:sp>
      <p:sp>
        <p:nvSpPr>
          <p:cNvPr id="1029" name="日期占位符 2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46563" y="6557963"/>
            <a:ext cx="2001837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000" smtClean="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07DE6B4C-E4B1-4574-A786-FB73DC57BAE5}" type="datetime1">
              <a:rPr lang="zh-CN" altLang="en-US"/>
              <a:pPr>
                <a:defRPr/>
              </a:pPr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30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57963"/>
            <a:ext cx="3657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0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1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51575" y="6556375"/>
            <a:ext cx="5889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1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4D717A9-A154-45D3-891B-2BA914170EF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  <a:sym typeface="Trebuchet MS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9pPr>
    </p:titleStyle>
    <p:bodyStyle>
      <a:lvl1pPr marL="274638" indent="-274638" algn="l" defTabSz="0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73000"/>
        <a:buFont typeface="Wingdings 2" pitchFamily="18" charset="2"/>
        <a:buChar char=""/>
        <a:defRPr sz="2600">
          <a:solidFill>
            <a:schemeClr val="tx1"/>
          </a:solidFill>
          <a:latin typeface="+mn-lt"/>
          <a:ea typeface="+mn-ea"/>
          <a:cs typeface="+mn-cs"/>
          <a:sym typeface="Trebuchet MS" pitchFamily="34" charset="0"/>
        </a:defRPr>
      </a:lvl1pPr>
      <a:lvl2pPr marL="520700" indent="-227013" algn="l" defTabSz="0" rtl="0" eaLnBrk="0" fontAlgn="base" hangingPunct="0">
        <a:spcBef>
          <a:spcPts val="5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"/>
        <a:defRPr sz="2300">
          <a:solidFill>
            <a:srgbClr val="6D6D6D"/>
          </a:solidFill>
          <a:latin typeface="+mn-lt"/>
          <a:ea typeface="+mn-ea"/>
          <a:sym typeface="Trebuchet MS" pitchFamily="34" charset="0"/>
        </a:defRPr>
      </a:lvl2pPr>
      <a:lvl3pPr marL="758825" indent="-228600" algn="l" defTabSz="0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60000"/>
        <a:buFont typeface="Wingdings" pitchFamily="2" charset="2"/>
        <a:buChar char=""/>
        <a:defRPr sz="2000">
          <a:solidFill>
            <a:schemeClr val="tx1"/>
          </a:solidFill>
          <a:latin typeface="+mn-lt"/>
          <a:ea typeface="+mn-ea"/>
          <a:sym typeface="Trebuchet MS" pitchFamily="34" charset="0"/>
        </a:defRPr>
      </a:lvl3pPr>
      <a:lvl4pPr marL="1006475" indent="-228600" algn="l" defTabSz="0" rtl="0" eaLnBrk="0" fontAlgn="base" hangingPunct="0">
        <a:spcBef>
          <a:spcPct val="200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"/>
        <a:defRPr sz="2000">
          <a:solidFill>
            <a:srgbClr val="6D6D6D"/>
          </a:solidFill>
          <a:latin typeface="+mn-lt"/>
          <a:ea typeface="+mn-ea"/>
          <a:sym typeface="Trebuchet MS" pitchFamily="34" charset="0"/>
        </a:defRPr>
      </a:lvl4pPr>
      <a:lvl5pPr marL="1279525" indent="-227013" algn="l" defTabSz="0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5pPr>
      <a:lvl6pPr marL="17367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6pPr>
      <a:lvl7pPr marL="21939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7pPr>
      <a:lvl8pPr marL="26511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8pPr>
      <a:lvl9pPr marL="31083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8"/>
          <p:cNvSpPr>
            <a:spLocks noChangeShapeType="1"/>
          </p:cNvSpPr>
          <p:nvPr/>
        </p:nvSpPr>
        <p:spPr bwMode="auto">
          <a:xfrm rot="-5400000">
            <a:off x="-762000" y="3429000"/>
            <a:ext cx="6858000" cy="0"/>
          </a:xfrm>
          <a:prstGeom prst="line">
            <a:avLst/>
          </a:prstGeom>
          <a:noFill/>
          <a:ln w="11430">
            <a:solidFill>
              <a:srgbClr val="F9F9F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标题 1"/>
          <p:cNvSpPr>
            <a:spLocks noGrp="1" noChangeArrowheads="1"/>
          </p:cNvSpPr>
          <p:nvPr>
            <p:ph type="ctrTitle" idx="4294967295"/>
          </p:nvPr>
        </p:nvSpPr>
        <p:spPr>
          <a:xfrm>
            <a:off x="2987675" y="476250"/>
            <a:ext cx="5105400" cy="2868613"/>
          </a:xfrm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/>
          <a:lstStyle/>
          <a:p>
            <a:pPr algn="r" eaLnBrk="1" hangingPunct="1"/>
            <a:r>
              <a:rPr lang="zh-CN" altLang="en-US" sz="9600" b="0" smtClean="0">
                <a:solidFill>
                  <a:srgbClr val="FFFF00"/>
                </a:solidFill>
                <a:latin typeface="宋体" charset="-122"/>
                <a:ea typeface="宋体" charset="-122"/>
              </a:rPr>
              <a:t>个人简历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2597150" y="909638"/>
            <a:ext cx="5318125" cy="5110162"/>
            <a:chOff x="1121121" y="1270"/>
            <a:chExt cx="5318596" cy="5110027"/>
          </a:xfrm>
        </p:grpSpPr>
        <p:sp>
          <p:nvSpPr>
            <p:cNvPr id="3076" name="AutoShape 3"/>
            <p:cNvSpPr>
              <a:spLocks noChangeArrowheads="1"/>
            </p:cNvSpPr>
            <p:nvPr/>
          </p:nvSpPr>
          <p:spPr bwMode="auto">
            <a:xfrm rot="10800000">
              <a:off x="1411759" y="1270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AC65BB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" name="Rectangle 4"/>
            <p:cNvSpPr>
              <a:spLocks noChangeArrowheads="1"/>
            </p:cNvSpPr>
            <p:nvPr/>
          </p:nvSpPr>
          <p:spPr bwMode="auto">
            <a:xfrm>
              <a:off x="1557078" y="1270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个人情况</a:t>
              </a:r>
            </a:p>
          </p:txBody>
        </p:sp>
        <p:sp>
          <p:nvSpPr>
            <p:cNvPr id="3078" name="Oval 5"/>
            <p:cNvSpPr>
              <a:spLocks noChangeArrowheads="1"/>
            </p:cNvSpPr>
            <p:nvPr/>
          </p:nvSpPr>
          <p:spPr bwMode="auto">
            <a:xfrm>
              <a:off x="1121121" y="1270"/>
              <a:ext cx="581276" cy="581276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" name="AutoShape 6"/>
            <p:cNvSpPr>
              <a:spLocks noChangeArrowheads="1"/>
            </p:cNvSpPr>
            <p:nvPr/>
          </p:nvSpPr>
          <p:spPr bwMode="auto">
            <a:xfrm rot="10800000">
              <a:off x="1411759" y="756062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675EC0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" name="Rectangle 7"/>
            <p:cNvSpPr>
              <a:spLocks noChangeArrowheads="1"/>
            </p:cNvSpPr>
            <p:nvPr/>
          </p:nvSpPr>
          <p:spPr bwMode="auto">
            <a:xfrm>
              <a:off x="1557078" y="756062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专业技能</a:t>
              </a:r>
            </a:p>
          </p:txBody>
        </p:sp>
        <p:sp>
          <p:nvSpPr>
            <p:cNvPr id="3081" name="Oval 8"/>
            <p:cNvSpPr>
              <a:spLocks noChangeArrowheads="1"/>
            </p:cNvSpPr>
            <p:nvPr/>
          </p:nvSpPr>
          <p:spPr bwMode="auto">
            <a:xfrm>
              <a:off x="1121121" y="756062"/>
              <a:ext cx="581276" cy="581276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AutoShape 9"/>
            <p:cNvSpPr>
              <a:spLocks noChangeArrowheads="1"/>
            </p:cNvSpPr>
            <p:nvPr/>
          </p:nvSpPr>
          <p:spPr bwMode="auto">
            <a:xfrm rot="10800000">
              <a:off x="1411759" y="1510853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57A3C7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Rectangle 10"/>
            <p:cNvSpPr>
              <a:spLocks noChangeArrowheads="1"/>
            </p:cNvSpPr>
            <p:nvPr/>
          </p:nvSpPr>
          <p:spPr bwMode="auto">
            <a:xfrm>
              <a:off x="1557078" y="1510853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教育背景</a:t>
              </a:r>
            </a:p>
          </p:txBody>
        </p:sp>
        <p:sp>
          <p:nvSpPr>
            <p:cNvPr id="3084" name="Oval 11"/>
            <p:cNvSpPr>
              <a:spLocks noChangeArrowheads="1"/>
            </p:cNvSpPr>
            <p:nvPr/>
          </p:nvSpPr>
          <p:spPr bwMode="auto">
            <a:xfrm>
              <a:off x="1121121" y="1510853"/>
              <a:ext cx="581276" cy="581276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" name="AutoShape 12"/>
            <p:cNvSpPr>
              <a:spLocks noChangeArrowheads="1"/>
            </p:cNvSpPr>
            <p:nvPr/>
          </p:nvSpPr>
          <p:spPr bwMode="auto">
            <a:xfrm rot="10800000">
              <a:off x="1411759" y="2265645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4FCA95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" name="Rectangle 13"/>
            <p:cNvSpPr>
              <a:spLocks noChangeArrowheads="1"/>
            </p:cNvSpPr>
            <p:nvPr/>
          </p:nvSpPr>
          <p:spPr bwMode="auto">
            <a:xfrm>
              <a:off x="1557078" y="2265645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社会实践</a:t>
              </a:r>
            </a:p>
          </p:txBody>
        </p:sp>
        <p:sp>
          <p:nvSpPr>
            <p:cNvPr id="3087" name="Oval 14"/>
            <p:cNvSpPr>
              <a:spLocks noChangeArrowheads="1"/>
            </p:cNvSpPr>
            <p:nvPr/>
          </p:nvSpPr>
          <p:spPr bwMode="auto">
            <a:xfrm>
              <a:off x="1121121" y="2265645"/>
              <a:ext cx="581276" cy="581276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" name="AutoShape 15"/>
            <p:cNvSpPr>
              <a:spLocks noChangeArrowheads="1"/>
            </p:cNvSpPr>
            <p:nvPr/>
          </p:nvSpPr>
          <p:spPr bwMode="auto">
            <a:xfrm rot="10800000">
              <a:off x="1411759" y="3020437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61D147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Rectangle 16"/>
            <p:cNvSpPr>
              <a:spLocks noChangeArrowheads="1"/>
            </p:cNvSpPr>
            <p:nvPr/>
          </p:nvSpPr>
          <p:spPr bwMode="auto">
            <a:xfrm>
              <a:off x="1557078" y="3020437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人生态度</a:t>
              </a:r>
            </a:p>
          </p:txBody>
        </p:sp>
        <p:sp>
          <p:nvSpPr>
            <p:cNvPr id="3090" name="Oval 17"/>
            <p:cNvSpPr>
              <a:spLocks noChangeArrowheads="1"/>
            </p:cNvSpPr>
            <p:nvPr/>
          </p:nvSpPr>
          <p:spPr bwMode="auto">
            <a:xfrm>
              <a:off x="1121121" y="3020438"/>
              <a:ext cx="581276" cy="581276"/>
            </a:xfrm>
            <a:prstGeom prst="ellipse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AutoShape 18"/>
            <p:cNvSpPr>
              <a:spLocks noChangeArrowheads="1"/>
            </p:cNvSpPr>
            <p:nvPr/>
          </p:nvSpPr>
          <p:spPr bwMode="auto">
            <a:xfrm rot="10800000">
              <a:off x="1411759" y="3775229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CAD63E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Rectangle 19"/>
            <p:cNvSpPr>
              <a:spLocks noChangeArrowheads="1"/>
            </p:cNvSpPr>
            <p:nvPr/>
          </p:nvSpPr>
          <p:spPr bwMode="auto">
            <a:xfrm>
              <a:off x="1557078" y="3775229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个人爱好</a:t>
              </a:r>
            </a:p>
          </p:txBody>
        </p:sp>
        <p:sp>
          <p:nvSpPr>
            <p:cNvPr id="3093" name="Oval 20"/>
            <p:cNvSpPr>
              <a:spLocks noChangeArrowheads="1"/>
            </p:cNvSpPr>
            <p:nvPr/>
          </p:nvSpPr>
          <p:spPr bwMode="auto">
            <a:xfrm>
              <a:off x="1121121" y="3775229"/>
              <a:ext cx="581276" cy="581276"/>
            </a:xfrm>
            <a:prstGeom prst="ellipse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AutoShape 21"/>
            <p:cNvSpPr>
              <a:spLocks noChangeArrowheads="1"/>
            </p:cNvSpPr>
            <p:nvPr/>
          </p:nvSpPr>
          <p:spPr bwMode="auto">
            <a:xfrm rot="10800000">
              <a:off x="1411759" y="4530021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DD6D37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5" name="Rectangle 22"/>
            <p:cNvSpPr>
              <a:spLocks noChangeArrowheads="1"/>
            </p:cNvSpPr>
            <p:nvPr/>
          </p:nvSpPr>
          <p:spPr bwMode="auto">
            <a:xfrm>
              <a:off x="1557078" y="4530021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自我评价</a:t>
              </a:r>
            </a:p>
          </p:txBody>
        </p:sp>
        <p:sp>
          <p:nvSpPr>
            <p:cNvPr id="3096" name="Oval 23"/>
            <p:cNvSpPr>
              <a:spLocks noChangeArrowheads="1"/>
            </p:cNvSpPr>
            <p:nvPr/>
          </p:nvSpPr>
          <p:spPr bwMode="auto">
            <a:xfrm>
              <a:off x="1121121" y="4530021"/>
              <a:ext cx="581276" cy="581276"/>
            </a:xfrm>
            <a:prstGeom prst="ellipse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5" name="TextBox 6"/>
          <p:cNvSpPr>
            <a:spLocks noChangeArrowheads="1"/>
          </p:cNvSpPr>
          <p:nvPr/>
        </p:nvSpPr>
        <p:spPr bwMode="auto">
          <a:xfrm>
            <a:off x="246063" y="1123950"/>
            <a:ext cx="1662112" cy="4681538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9600">
                <a:solidFill>
                  <a:srgbClr val="0C0C0C"/>
                </a:solidFill>
                <a:latin typeface="华文新魏" pitchFamily="2" charset="-122"/>
                <a:ea typeface="华文新魏" pitchFamily="2" charset="-122"/>
                <a:sym typeface="华文新魏" pitchFamily="2" charset="-122"/>
              </a:rPr>
              <a:t>  目 录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1"/>
          <p:cNvSpPr>
            <a:spLocks noChangeArrowheads="1"/>
          </p:cNvSpPr>
          <p:nvPr/>
        </p:nvSpPr>
        <p:spPr bwMode="auto">
          <a:xfrm>
            <a:off x="-42863" y="20638"/>
            <a:ext cx="3003551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5400" b="1">
                <a:solidFill>
                  <a:srgbClr val="F50055"/>
                </a:solidFill>
                <a:latin typeface="Trebuchet MS" pitchFamily="34" charset="0"/>
                <a:ea typeface="华文新魏" pitchFamily="2" charset="-122"/>
                <a:sym typeface="华文新魏" pitchFamily="2" charset="-122"/>
              </a:rPr>
              <a:t>专业技能</a:t>
            </a:r>
          </a:p>
        </p:txBody>
      </p:sp>
      <p:sp>
        <p:nvSpPr>
          <p:cNvPr id="4099" name="矩形 2"/>
          <p:cNvSpPr>
            <a:spLocks noChangeArrowheads="1"/>
          </p:cNvSpPr>
          <p:nvPr/>
        </p:nvSpPr>
        <p:spPr bwMode="auto">
          <a:xfrm>
            <a:off x="1116013" y="1989138"/>
            <a:ext cx="223202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服装</a:t>
            </a:r>
            <a:r>
              <a:rPr lang="en-US" altLang="zh-CN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CAD</a:t>
            </a:r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、</a:t>
            </a:r>
            <a:endParaRPr 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服装市场营销、</a:t>
            </a:r>
            <a:endParaRPr 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服装流行趋势、</a:t>
            </a:r>
            <a:endParaRPr 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r>
              <a:rPr lang="en-US" altLang="zh-CN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Photoshop</a:t>
            </a:r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sz="1100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-14288" y="9525"/>
            <a:ext cx="3003551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5400" b="1">
                <a:solidFill>
                  <a:srgbClr val="F50055"/>
                </a:solidFill>
                <a:latin typeface="Trebuchet MS" pitchFamily="34" charset="0"/>
                <a:ea typeface="华文新魏" pitchFamily="2" charset="-122"/>
                <a:sym typeface="华文新魏" pitchFamily="2" charset="-122"/>
              </a:rPr>
              <a:t>个人爱好</a:t>
            </a:r>
          </a:p>
        </p:txBody>
      </p:sp>
      <p:sp>
        <p:nvSpPr>
          <p:cNvPr id="5123" name="矩形 2"/>
          <p:cNvSpPr>
            <a:spLocks noChangeArrowheads="1"/>
          </p:cNvSpPr>
          <p:nvPr/>
        </p:nvSpPr>
        <p:spPr bwMode="auto">
          <a:xfrm>
            <a:off x="1617663" y="4981575"/>
            <a:ext cx="2741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音乐、看书、旅游、运动</a:t>
            </a:r>
            <a:endParaRPr lang="zh-CN" altLang="en-US" sz="1100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</p:txBody>
      </p:sp>
      <p:pic>
        <p:nvPicPr>
          <p:cNvPr id="5124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557338"/>
            <a:ext cx="2520950" cy="153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图片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2276475"/>
            <a:ext cx="28956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C:\Documents and Settings\Administrator\桌面\图片3.e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72" y="845344"/>
            <a:ext cx="1955800" cy="2862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1"/>
          <p:cNvSpPr>
            <a:spLocks noChangeArrowheads="1"/>
          </p:cNvSpPr>
          <p:nvPr/>
        </p:nvSpPr>
        <p:spPr bwMode="auto">
          <a:xfrm>
            <a:off x="1403350" y="2349500"/>
            <a:ext cx="51149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9600" b="1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  <a:sym typeface="华文新魏" pitchFamily="2" charset="-122"/>
              </a:rPr>
              <a:t>谢谢欣赏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华丽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黑体"/>
        <a:cs typeface=""/>
      </a:majorFont>
      <a:minorFont>
        <a:latin typeface="Trebuchet MS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Pages>0</Pages>
  <Words>43</Words>
  <Characters>0</Characters>
  <Application>Microsoft Office PowerPoint</Application>
  <DocSecurity>0</DocSecurity>
  <PresentationFormat>全屏显示(4:3)</PresentationFormat>
  <Lines>0</Lines>
  <Paragraphs>20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华丽</vt:lpstr>
      <vt:lpstr>个人简历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Wuy</cp:lastModifiedBy>
  <cp:revision>18</cp:revision>
  <dcterms:created xsi:type="dcterms:W3CDTF">2014-03-17T01:29:00Z</dcterms:created>
  <dcterms:modified xsi:type="dcterms:W3CDTF">2015-03-29T06:47:15Z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