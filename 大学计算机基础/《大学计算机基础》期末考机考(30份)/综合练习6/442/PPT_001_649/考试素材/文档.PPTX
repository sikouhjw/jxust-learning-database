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85F79-4300-474F-93D7-1DAFAB3FD9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12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7DED0-F788-4BD2-A693-B94EBBB812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64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F0988-31F1-4DB4-A2E0-742799E412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916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37663-76D2-4F7D-91A9-6ED97EAE68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028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F1651-1474-4B9F-9873-A7FCBC3158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221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C792-D9F8-4BD7-8DBC-C8E0A22E12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35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4000C6-DDDC-47A8-A6E9-22F0043DB5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334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F3F12-AA7A-43EA-9D65-7BF653F3C3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2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17BCE-F0E1-41DA-9BBB-8C7613FCA7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479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A9B7A-9368-4752-A7D7-053945CCCA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01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D4631-3ED6-4E63-A50F-445FF894A4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858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50EF74-9158-4DC1-B2CF-A91BC23CC97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143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6600"/>
            <a:ext cx="6705600" cy="2286000"/>
          </a:xfrm>
        </p:spPr>
        <p:txBody>
          <a:bodyPr/>
          <a:lstStyle/>
          <a:p>
            <a:r>
              <a:rPr lang="zh-CN" altLang="en-US"/>
              <a:t>卫生改革与发展呈现新局面</a:t>
            </a:r>
          </a:p>
          <a:p>
            <a:pPr algn="l"/>
            <a:r>
              <a:rPr lang="zh-CN" altLang="en-US"/>
              <a:t>树立正确发展观，把卫生改革与发展引向深入</a:t>
            </a:r>
          </a:p>
          <a:p>
            <a:r>
              <a:rPr lang="zh-CN" altLang="en-US"/>
              <a:t>进一步开创卫生工作新局面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/>
              <a:t>全面推进卫生改革与发展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卫生部部长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PowerPoint 演示文稿</vt:lpstr>
      <vt:lpstr>全面推进卫生改革与发展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０全面推进卫生改革与发展</dc:title>
  <dc:creator>Zhang</dc:creator>
  <cp:lastModifiedBy>YlmF</cp:lastModifiedBy>
  <cp:revision>5</cp:revision>
  <dcterms:created xsi:type="dcterms:W3CDTF">2001-12-19T16:10:58Z</dcterms:created>
  <dcterms:modified xsi:type="dcterms:W3CDTF">2013-09-02T07:42:22Z</dcterms:modified>
</cp:coreProperties>
</file>