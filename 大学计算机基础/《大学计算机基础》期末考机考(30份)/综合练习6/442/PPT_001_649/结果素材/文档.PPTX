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-1440" y="-3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phe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0374" y="0"/>
            <a:ext cx="2293626" cy="68580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400" y="3581400"/>
            <a:ext cx="3962400" cy="2133600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2438400" y="1447800"/>
            <a:ext cx="3962400" cy="2133600"/>
          </a:xfrm>
        </p:spPr>
        <p:txBody>
          <a:bodyPr anchor="b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>
          <a:xfrm>
            <a:off x="3582988" y="6426201"/>
            <a:ext cx="2819399" cy="126999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>
          <a:xfrm>
            <a:off x="6414976" y="6400800"/>
            <a:ext cx="457200" cy="152400"/>
          </a:xfrm>
        </p:spPr>
        <p:txBody>
          <a:bodyPr/>
          <a:lstStyle>
            <a:lvl1pPr algn="r">
              <a:defRPr/>
            </a:lvl1pPr>
          </a:lstStyle>
          <a:p>
            <a:fld id="{AC485F79-4300-474F-93D7-1DAFAB3FD9E3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>
          <a:xfrm>
            <a:off x="3581400" y="6296248"/>
            <a:ext cx="2820987" cy="152400"/>
          </a:xfr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flip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3657600" cy="5714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67DED0-F788-4BD2-A693-B94EBBB81249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flip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phe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8000" y="0"/>
            <a:ext cx="2293626" cy="6858000"/>
          </a:xfrm>
          <a:prstGeom prst="rect">
            <a:avLst/>
          </a:prstGeom>
        </p:spPr>
      </p:pic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9788" y="6426201"/>
            <a:ext cx="2819399" cy="126999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4116388" y="6400800"/>
            <a:ext cx="533400" cy="152400"/>
          </a:xfrm>
        </p:spPr>
        <p:txBody>
          <a:bodyPr/>
          <a:lstStyle/>
          <a:p>
            <a:fld id="{6A7F0988-31F1-4DB4-A2E0-742799E412B5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838200" y="6296248"/>
            <a:ext cx="2820987" cy="152400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457200" y="1828800"/>
            <a:ext cx="3200400" cy="1752600"/>
          </a:xfrm>
        </p:spPr>
        <p:txBody>
          <a:bodyPr anchor="b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3578224"/>
            <a:ext cx="3200645" cy="1459767"/>
          </a:xfrm>
        </p:spPr>
        <p:txBody>
          <a:bodyPr anchor="t">
            <a:normAutofit/>
          </a:bodyPr>
          <a:lstStyle>
            <a:lvl1pPr marL="0" indent="0" algn="r" defTabSz="914400" rtl="0" eaLnBrk="1" latinLnBrk="0" hangingPunct="1">
              <a:spcBef>
                <a:spcPct val="20000"/>
              </a:spcBef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None/>
              <a:defRPr lang="en-US" sz="1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flip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3429000"/>
            <a:ext cx="3124200" cy="2667000"/>
          </a:xfrm>
        </p:spPr>
        <p:txBody>
          <a:bodyPr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457200"/>
            <a:ext cx="3124200" cy="2667000"/>
          </a:xfrm>
        </p:spPr>
        <p:txBody>
          <a:bodyPr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499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D37663-76D2-4F7D-91A9-6ED97EAE6873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flip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75238"/>
            <a:ext cx="3581400" cy="411162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675288"/>
            <a:ext cx="3581400" cy="2525112"/>
          </a:xfrm>
        </p:spPr>
        <p:txBody>
          <a:bodyPr anchor="t"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 baseline="0"/>
            </a:lvl4pPr>
            <a:lvl5pPr>
              <a:buFont typeface="Wingdings" pitchFamily="2" charset="2"/>
              <a:buChar char="§"/>
              <a:defRPr sz="1400"/>
            </a:lvl5pPr>
            <a:lvl6pPr>
              <a:buFont typeface="Wingdings" pitchFamily="2" charset="2"/>
              <a:buChar char="§"/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199" y="3429000"/>
            <a:ext cx="3581400" cy="411162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199" y="3840162"/>
            <a:ext cx="3581400" cy="2515198"/>
          </a:xfrm>
        </p:spPr>
        <p:txBody>
          <a:bodyPr anchor="t"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499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DCF1651-1474-4B9F-9873-A7FCBC31582D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flip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3800" y="457200"/>
            <a:ext cx="3962400" cy="5715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628C792-D9F8-4BD7-8DBC-C8E0A22E120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flip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4000C6-DDDC-47A8-A6E9-22F0043DB550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flip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1600" y="1676400"/>
            <a:ext cx="2514600" cy="1874837"/>
          </a:xfrm>
        </p:spPr>
        <p:txBody>
          <a:bodyPr anchor="b">
            <a:normAutofit/>
          </a:bodyPr>
          <a:lstStyle>
            <a:lvl1pPr algn="r">
              <a:defRPr sz="2000" b="0"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76400"/>
            <a:ext cx="4700016" cy="3505200"/>
          </a:xfrm>
        </p:spPr>
        <p:txBody>
          <a:bodyPr>
            <a:normAutofit/>
          </a:bodyPr>
          <a:lstStyle>
            <a:lvl1pPr marL="228600" indent="-182880"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0" y="3552372"/>
            <a:ext cx="2209800" cy="1629228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01F3F12-AA7A-43EA-9D65-7BF653F3C31F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flip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676400"/>
            <a:ext cx="4696967" cy="3505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181600" y="1676400"/>
            <a:ext cx="2514600" cy="1875972"/>
          </a:xfrm>
        </p:spPr>
        <p:txBody>
          <a:bodyPr anchor="b">
            <a:normAutofit/>
          </a:bodyPr>
          <a:lstStyle>
            <a:lvl1pPr algn="r">
              <a:defRPr sz="2000" b="0"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0" y="3552372"/>
            <a:ext cx="2209800" cy="1629228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D17BCE-F0E1-41DA-9BBB-8C7613FCA7D3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flip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D0A9B7A-9368-4752-A7D7-053945CCCA5C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flip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BD4631-3ED6-4E63-A50F-445FF894A4E8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flip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phere2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8823693" y="0"/>
            <a:ext cx="320307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3657600" cy="57149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7772400" y="6400800"/>
            <a:ext cx="533400" cy="152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C250EF74-9158-4DC1-B2CF-A91BC23CC97E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2"/>
          </p:nvPr>
        </p:nvSpPr>
        <p:spPr>
          <a:xfrm>
            <a:off x="4876801" y="6426201"/>
            <a:ext cx="2819399" cy="12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4875213" y="6296248"/>
            <a:ext cx="2820987" cy="1524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Requires="p14">
      <p:transition spd="slow" p14:dur="1200">
        <p14:flip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r" defTabSz="914400" rtl="0" eaLnBrk="1" latinLnBrk="0" hangingPunct="1">
        <a:spcBef>
          <a:spcPct val="0"/>
        </a:spcBef>
        <a:buNone/>
        <a:defRPr sz="2800" kern="1200">
          <a:gradFill>
            <a:gsLst>
              <a:gs pos="0">
                <a:schemeClr val="tx1">
                  <a:lumMod val="50000"/>
                </a:schemeClr>
              </a:gs>
              <a:gs pos="61000">
                <a:schemeClr val="tx1"/>
              </a:gs>
            </a:gsLst>
            <a:lin ang="5400000" scaled="0"/>
          </a:gradFill>
          <a:effectLst/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59436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77724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96012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14300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32588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50876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69164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/>
              <a:t>卫生部部长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zh-CN" altLang="en-US" dirty="0"/>
              <a:t>全面推进卫生改革与发展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flip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 orient="vert"/>
          </p:nvPr>
        </p:nvSpPr>
        <p:spPr/>
        <p:txBody>
          <a:bodyPr/>
          <a:lstStyle/>
          <a:p>
            <a:r>
              <a:rPr lang="zh-CN" altLang="en-US" b="1" dirty="0"/>
              <a:t>形势报告会</a:t>
            </a:r>
            <a:endParaRPr lang="zh-CN" altLang="en-US" b="1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orient="vert" idx="1"/>
          </p:nvPr>
        </p:nvSpPr>
        <p:spPr/>
        <p:txBody>
          <a:bodyPr/>
          <a:lstStyle/>
          <a:p>
            <a:r>
              <a:rPr lang="zh-CN" altLang="en-US" dirty="0"/>
              <a:t>卫生改革与发展呈现新局面</a:t>
            </a:r>
          </a:p>
          <a:p>
            <a:pPr algn="l"/>
            <a:r>
              <a:rPr lang="zh-CN" altLang="en-US" dirty="0"/>
              <a:t>树立正确发展观，把卫生改革与发展引向深入</a:t>
            </a:r>
          </a:p>
          <a:p>
            <a:r>
              <a:rPr lang="zh-CN" altLang="en-US" dirty="0"/>
              <a:t>进一步开创卫生工作新局面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flip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复合">
  <a:themeElements>
    <a:clrScheme name="复合">
      <a:dk1>
        <a:sysClr val="windowText" lastClr="000000"/>
      </a:dk1>
      <a:lt1>
        <a:sysClr val="window" lastClr="FFFFFF"/>
      </a:lt1>
      <a:dk2>
        <a:srgbClr val="5B6973"/>
      </a:dk2>
      <a:lt2>
        <a:srgbClr val="E7ECED"/>
      </a:lt2>
      <a:accent1>
        <a:srgbClr val="98C723"/>
      </a:accent1>
      <a:accent2>
        <a:srgbClr val="59B0B9"/>
      </a:accent2>
      <a:accent3>
        <a:srgbClr val="DEAE00"/>
      </a:accent3>
      <a:accent4>
        <a:srgbClr val="B77BB4"/>
      </a:accent4>
      <a:accent5>
        <a:srgbClr val="E0773C"/>
      </a:accent5>
      <a:accent6>
        <a:srgbClr val="A98D63"/>
      </a:accent6>
      <a:hlink>
        <a:srgbClr val="26CBEC"/>
      </a:hlink>
      <a:folHlink>
        <a:srgbClr val="598C8C"/>
      </a:folHlink>
    </a:clrScheme>
    <a:fontScheme name="复合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复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5000"/>
                <a:satMod val="300000"/>
              </a:schemeClr>
            </a:gs>
            <a:gs pos="12000">
              <a:schemeClr val="phClr">
                <a:tint val="50000"/>
                <a:shade val="90000"/>
                <a:satMod val="250000"/>
              </a:schemeClr>
            </a:gs>
            <a:gs pos="100000">
              <a:schemeClr val="phClr">
                <a:tint val="85000"/>
                <a:shade val="7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75000"/>
                <a:shade val="95000"/>
                <a:satMod val="175000"/>
              </a:schemeClr>
            </a:gs>
            <a:gs pos="12000">
              <a:schemeClr val="phClr">
                <a:tint val="90000"/>
                <a:shade val="90000"/>
                <a:satMod val="150000"/>
              </a:schemeClr>
            </a:gs>
            <a:gs pos="100000">
              <a:schemeClr val="phClr">
                <a:tint val="100000"/>
                <a:shade val="75000"/>
                <a:satMod val="15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freezing" dir="t">
              <a:rot lat="0" lon="0" rev="6000000"/>
            </a:lightRig>
          </a:scene3d>
          <a:sp3d contourW="12700" prstMaterial="dkEdge">
            <a:bevelT w="44450" h="25400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10000"/>
                <a:lumMod val="80000"/>
              </a:schemeClr>
            </a:gs>
            <a:gs pos="79000">
              <a:schemeClr val="phClr">
                <a:tint val="100000"/>
                <a:shade val="90000"/>
                <a:satMod val="105000"/>
                <a:lumMod val="100000"/>
              </a:schemeClr>
            </a:gs>
            <a:gs pos="100000">
              <a:schemeClr val="phClr">
                <a:tint val="95000"/>
                <a:shade val="100000"/>
                <a:satMod val="110000"/>
                <a:lumMod val="11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hade val="100000"/>
                <a:satMod val="100000"/>
                <a:lumMod val="110000"/>
              </a:schemeClr>
            </a:gs>
            <a:gs pos="83000">
              <a:schemeClr val="phClr">
                <a:shade val="75000"/>
                <a:satMod val="200000"/>
              </a:schemeClr>
            </a:gs>
            <a:gs pos="100000">
              <a:schemeClr val="phClr">
                <a:shade val="90000"/>
                <a:satMod val="200000"/>
              </a:schemeClr>
            </a:gs>
          </a:gsLst>
          <a:path path="circle">
            <a:fillToRect l="75000" t="100000" b="3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Composite</Template>
  <TotalTime>79</TotalTime>
  <Words>32</Words>
  <Application>Microsoft Office PowerPoint</Application>
  <PresentationFormat>全屏显示(4:3)</PresentationFormat>
  <Paragraphs>6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复合</vt:lpstr>
      <vt:lpstr>全面推进卫生改革与发展</vt:lpstr>
      <vt:lpstr>形势报告会</vt:lpstr>
    </vt:vector>
  </TitlesOfParts>
  <Company>BH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０全面推进卫生改革与发展</dc:title>
  <dc:creator>Zhang</dc:creator>
  <cp:lastModifiedBy>YlmF</cp:lastModifiedBy>
  <cp:revision>7</cp:revision>
  <dcterms:created xsi:type="dcterms:W3CDTF">2001-12-19T16:10:58Z</dcterms:created>
  <dcterms:modified xsi:type="dcterms:W3CDTF">2013-09-02T08:41:36Z</dcterms:modified>
</cp:coreProperties>
</file>