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70" d="100"/>
          <a:sy n="70" d="100"/>
        </p:scale>
        <p:origin x="-15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69D11-081B-4F2C-BD6B-D4BCB56C48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284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A205F-2FA2-47F9-B4ED-4994EC5FC3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982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B0A9D7-D433-42F6-9652-C55C9C5A5E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813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74D959-8DE2-4A20-B7B3-9C11627E9F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324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27AC73-DCAE-4716-9065-F4A49BD97B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8353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6E8ECF-705D-4680-8216-F06A602227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4932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60EA5-9151-40E0-9E2E-14BC9EB917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05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611C48-7D3E-4205-A5E9-FFE32B9B52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946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14802-3FF7-4EEA-87FA-A82C9CA6BF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438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49607C-7B51-4705-8912-3ECEDDD06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07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E0ACE-1076-4B96-AE52-69A4E8FFDA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0382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C523BCD-803B-4500-A444-570D72DF0E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888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702AD4-7F83-4386-AA33-08D8C2A9B7E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电子邮件服务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b="1">
                <a:latin typeface="Arial" charset="0"/>
                <a:ea typeface="幼圆" pitchFamily="49" charset="-122"/>
              </a:rPr>
              <a:t>Electronic Mail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>
                <a:solidFill>
                  <a:schemeClr val="tx1"/>
                </a:solidFill>
                <a:latin typeface="Arial" charset="0"/>
                <a:ea typeface="幼圆" pitchFamily="49" charset="-122"/>
              </a:rPr>
              <a:t>电子邮件系统功能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邮件制作与编辑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信件发送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收信通知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信件阅读与检索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信件回复与转发</a:t>
            </a:r>
          </a:p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charset="0"/>
                <a:ea typeface="幼圆" pitchFamily="49" charset="-122"/>
              </a:rPr>
              <a:t> 信件管理</a:t>
            </a:r>
          </a:p>
          <a:p>
            <a:endParaRPr lang="en-US" altLang="zh-CN" sz="2800"/>
          </a:p>
        </p:txBody>
      </p:sp>
      <p:pic>
        <p:nvPicPr>
          <p:cNvPr id="5" name="剪贴画占位符 4"/>
          <p:cNvPicPr>
            <a:picLocks noGrp="1" noChangeAspect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988840"/>
            <a:ext cx="3810000" cy="4041648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</Words>
  <Application>Microsoft Office PowerPoint</Application>
  <PresentationFormat>全屏显示(4:3)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电子邮件服务</vt:lpstr>
      <vt:lpstr>电子邮件系统功能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电子邮件服务</dc:title>
  <dc:creator>liu</dc:creator>
  <cp:lastModifiedBy>YlmF</cp:lastModifiedBy>
  <cp:revision>2</cp:revision>
  <dcterms:created xsi:type="dcterms:W3CDTF">2005-01-01T02:41:02Z</dcterms:created>
  <dcterms:modified xsi:type="dcterms:W3CDTF">2013-08-19T07:39:46Z</dcterms:modified>
</cp:coreProperties>
</file>