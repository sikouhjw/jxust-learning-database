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C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76428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57628"/>
            <a:ext cx="6400800" cy="1753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854150"/>
            <a:ext cx="7772400" cy="186085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2356428"/>
            <a:ext cx="7772400" cy="15012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381000"/>
            <a:ext cx="2667000" cy="1833554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380999"/>
            <a:ext cx="5410200" cy="5745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2214554"/>
            <a:ext cx="2667000" cy="39121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80474" y="553734"/>
            <a:ext cx="7349244" cy="4741531"/>
            <a:chOff x="428596" y="553734"/>
            <a:chExt cx="7349244" cy="4741531"/>
          </a:xfrm>
        </p:grpSpPr>
        <p:sp>
          <p:nvSpPr>
            <p:cNvPr id="16" name="矩形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612776"/>
            <a:ext cx="7215238" cy="4602175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95295"/>
            <a:ext cx="1357290" cy="5691227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5481658"/>
            <a:ext cx="7215238" cy="804862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40"/>
            <a:ext cx="1400156" cy="5851525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829444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8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2012-4-11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83997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644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836712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幼圆" pitchFamily="49" charset="-122"/>
                <a:ea typeface="幼圆" pitchFamily="49" charset="-122"/>
              </a:rPr>
              <a:t>让我们来观察一下平面效果和立体效果</a:t>
            </a:r>
          </a:p>
        </p:txBody>
      </p:sp>
      <p:sp>
        <p:nvSpPr>
          <p:cNvPr id="3" name="矩形 2"/>
          <p:cNvSpPr/>
          <p:nvPr/>
        </p:nvSpPr>
        <p:spPr>
          <a:xfrm>
            <a:off x="1763688" y="1916832"/>
            <a:ext cx="3672408" cy="936104"/>
          </a:xfrm>
          <a:prstGeom prst="rect">
            <a:avLst/>
          </a:prstGeom>
          <a:solidFill>
            <a:srgbClr val="B7C1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16088" y="2069232"/>
            <a:ext cx="3672408" cy="936104"/>
          </a:xfrm>
          <a:prstGeom prst="rect">
            <a:avLst/>
          </a:prstGeom>
          <a:solidFill>
            <a:srgbClr val="B7C1EB"/>
          </a:solidFill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5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行云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13</TotalTime>
  <Words>10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行云流水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PETER</cp:lastModifiedBy>
  <cp:revision>4</cp:revision>
  <dcterms:modified xsi:type="dcterms:W3CDTF">2012-04-11T01:53:56Z</dcterms:modified>
</cp:coreProperties>
</file>