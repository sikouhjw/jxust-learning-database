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654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70B7-6151-41EA-8180-B052C725729B}" type="datetimeFigureOut">
              <a:rPr lang="zh-CN" altLang="en-US" smtClean="0"/>
              <a:t>2011-11-8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93ED5-7409-4F26-8A6B-36E6A1249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163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70B7-6151-41EA-8180-B052C725729B}" type="datetimeFigureOut">
              <a:rPr lang="zh-CN" altLang="en-US" smtClean="0"/>
              <a:t>2011-11-8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93ED5-7409-4F26-8A6B-36E6A1249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3537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70B7-6151-41EA-8180-B052C725729B}" type="datetimeFigureOut">
              <a:rPr lang="zh-CN" altLang="en-US" smtClean="0"/>
              <a:t>2011-11-8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93ED5-7409-4F26-8A6B-36E6A1249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3092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70B7-6151-41EA-8180-B052C725729B}" type="datetimeFigureOut">
              <a:rPr lang="zh-CN" altLang="en-US" smtClean="0"/>
              <a:t>2011-11-8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93ED5-7409-4F26-8A6B-36E6A1249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907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70B7-6151-41EA-8180-B052C725729B}" type="datetimeFigureOut">
              <a:rPr lang="zh-CN" altLang="en-US" smtClean="0"/>
              <a:t>2011-11-8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93ED5-7409-4F26-8A6B-36E6A1249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525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70B7-6151-41EA-8180-B052C725729B}" type="datetimeFigureOut">
              <a:rPr lang="zh-CN" altLang="en-US" smtClean="0"/>
              <a:t>2011-11-8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93ED5-7409-4F26-8A6B-36E6A1249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594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70B7-6151-41EA-8180-B052C725729B}" type="datetimeFigureOut">
              <a:rPr lang="zh-CN" altLang="en-US" smtClean="0"/>
              <a:t>2011-11-8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93ED5-7409-4F26-8A6B-36E6A1249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476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70B7-6151-41EA-8180-B052C725729B}" type="datetimeFigureOut">
              <a:rPr lang="zh-CN" altLang="en-US" smtClean="0"/>
              <a:t>2011-11-8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93ED5-7409-4F26-8A6B-36E6A1249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578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70B7-6151-41EA-8180-B052C725729B}" type="datetimeFigureOut">
              <a:rPr lang="zh-CN" altLang="en-US" smtClean="0"/>
              <a:t>2011-11-8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93ED5-7409-4F26-8A6B-36E6A1249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733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70B7-6151-41EA-8180-B052C725729B}" type="datetimeFigureOut">
              <a:rPr lang="zh-CN" altLang="en-US" smtClean="0"/>
              <a:t>2011-11-8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93ED5-7409-4F26-8A6B-36E6A1249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307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70B7-6151-41EA-8180-B052C725729B}" type="datetimeFigureOut">
              <a:rPr lang="zh-CN" altLang="en-US" smtClean="0"/>
              <a:t>2011-11-8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93ED5-7409-4F26-8A6B-36E6A1249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870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9F70B7-6151-41EA-8180-B052C725729B}" type="datetimeFigureOut">
              <a:rPr lang="zh-CN" altLang="en-US" smtClean="0"/>
              <a:t>2011-11-8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A93ED5-7409-4F26-8A6B-36E6A1249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8121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527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主题​​</vt:lpstr>
      <vt:lpstr>PowerPoint 演示文稿</vt:lpstr>
    </vt:vector>
  </TitlesOfParts>
  <Company>WwW.YlmF.CoM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雨林木风</dc:creator>
  <cp:lastModifiedBy>雨林木风</cp:lastModifiedBy>
  <cp:revision>1</cp:revision>
  <dcterms:created xsi:type="dcterms:W3CDTF">2011-11-08T02:21:43Z</dcterms:created>
  <dcterms:modified xsi:type="dcterms:W3CDTF">2011-11-08T02:22:07Z</dcterms:modified>
</cp:coreProperties>
</file>