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8" r:id="rId3"/>
    <p:sldId id="257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18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111619" name="Group 3"/>
            <p:cNvGrpSpPr>
              <a:grpSpLocks/>
            </p:cNvGrpSpPr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111620" name="Freeform 4"/>
              <p:cNvSpPr>
                <a:spLocks/>
              </p:cNvSpPr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>
                  <a:gd name="T0" fmla="*/ 0 w 5184"/>
                  <a:gd name="T1" fmla="*/ 3159 h 3159"/>
                  <a:gd name="T2" fmla="*/ 5184 w 5184"/>
                  <a:gd name="T3" fmla="*/ 3159 h 3159"/>
                  <a:gd name="T4" fmla="*/ 5184 w 5184"/>
                  <a:gd name="T5" fmla="*/ 0 h 3159"/>
                  <a:gd name="T6" fmla="*/ 0 w 5184"/>
                  <a:gd name="T7" fmla="*/ 0 h 3159"/>
                  <a:gd name="T8" fmla="*/ 0 w 5184"/>
                  <a:gd name="T9" fmla="*/ 3159 h 3159"/>
                  <a:gd name="T10" fmla="*/ 0 w 5184"/>
                  <a:gd name="T11" fmla="*/ 3159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1" name="Freeform 5"/>
              <p:cNvSpPr>
                <a:spLocks/>
              </p:cNvSpPr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>
                  <a:gd name="T0" fmla="*/ 0 w 556"/>
                  <a:gd name="T1" fmla="*/ 0 h 3159"/>
                  <a:gd name="T2" fmla="*/ 0 w 556"/>
                  <a:gd name="T3" fmla="*/ 3159 h 3159"/>
                  <a:gd name="T4" fmla="*/ 556 w 556"/>
                  <a:gd name="T5" fmla="*/ 3159 h 3159"/>
                  <a:gd name="T6" fmla="*/ 556 w 556"/>
                  <a:gd name="T7" fmla="*/ 0 h 3159"/>
                  <a:gd name="T8" fmla="*/ 0 w 556"/>
                  <a:gd name="T9" fmla="*/ 0 h 3159"/>
                  <a:gd name="T10" fmla="*/ 0 w 556"/>
                  <a:gd name="T11" fmla="*/ 0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1622" name="Freeform 6"/>
            <p:cNvSpPr>
              <a:spLocks/>
            </p:cNvSpPr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3" name="Freeform 7"/>
            <p:cNvSpPr>
              <a:spLocks/>
            </p:cNvSpPr>
            <p:nvPr/>
          </p:nvSpPr>
          <p:spPr bwMode="ltGray">
            <a:xfrm>
              <a:off x="767" y="1155"/>
              <a:ext cx="252" cy="12"/>
            </a:xfrm>
            <a:custGeom>
              <a:avLst/>
              <a:gdLst>
                <a:gd name="T0" fmla="*/ 251 w 251"/>
                <a:gd name="T1" fmla="*/ 0 h 12"/>
                <a:gd name="T2" fmla="*/ 0 w 251"/>
                <a:gd name="T3" fmla="*/ 0 h 12"/>
                <a:gd name="T4" fmla="*/ 0 w 251"/>
                <a:gd name="T5" fmla="*/ 12 h 12"/>
                <a:gd name="T6" fmla="*/ 251 w 251"/>
                <a:gd name="T7" fmla="*/ 12 h 12"/>
                <a:gd name="T8" fmla="*/ 251 w 251"/>
                <a:gd name="T9" fmla="*/ 0 h 12"/>
                <a:gd name="T10" fmla="*/ 251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4" name="Freeform 8"/>
            <p:cNvSpPr>
              <a:spLocks/>
            </p:cNvSpPr>
            <p:nvPr/>
          </p:nvSpPr>
          <p:spPr bwMode="ltGray">
            <a:xfrm>
              <a:off x="0" y="1155"/>
              <a:ext cx="351" cy="12"/>
            </a:xfrm>
            <a:custGeom>
              <a:avLst/>
              <a:gdLst>
                <a:gd name="T0" fmla="*/ 0 w 251"/>
                <a:gd name="T1" fmla="*/ 0 h 12"/>
                <a:gd name="T2" fmla="*/ 0 w 251"/>
                <a:gd name="T3" fmla="*/ 12 h 12"/>
                <a:gd name="T4" fmla="*/ 251 w 251"/>
                <a:gd name="T5" fmla="*/ 12 h 12"/>
                <a:gd name="T6" fmla="*/ 251 w 251"/>
                <a:gd name="T7" fmla="*/ 0 h 12"/>
                <a:gd name="T8" fmla="*/ 0 w 251"/>
                <a:gd name="T9" fmla="*/ 0 h 12"/>
                <a:gd name="T10" fmla="*/ 0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1625" name="Group 9"/>
            <p:cNvGrpSpPr>
              <a:grpSpLocks/>
            </p:cNvGrpSpPr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111626" name="Freeform 10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7" name="Freeform 11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8" name="Freeform 12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9" name="Freeform 13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0" name="Freeform 14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1" name="Freeform 15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16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116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11634" name="Rectangle 18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1635" name="Rectangle 19"/>
          <p:cNvSpPr>
            <a:spLocks noGrp="1" noChangeArrowheads="1"/>
          </p:cNvSpPr>
          <p:nvPr>
            <p:ph type="ftr" sz="quarter" idx="3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1636" name="Rectangle 2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26814954-C77B-48A2-9218-CCD55C0D934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27F586-F80B-4E7D-8E9D-D1BD09D3C12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7096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E5DD06-AC7A-4D3F-AAC1-8C724963DA5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432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668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149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EE4467-4474-4EFD-B338-7B1F46832DA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1230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FB0C27-E603-463F-BB07-9E6D7462BF6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0978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E94F18-5B49-4EC8-B5F4-5E86673C73B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8770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798DCD-04BD-4592-AC87-483E2AE57DB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4394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983D65-E80B-4075-8122-C9A121691E3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1633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C2CDB-63C2-4D23-95FD-0AC0F67A46C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1052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85A68D-801F-4A01-9D0E-F348BAC5C81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5116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304800"/>
            <a:ext cx="188595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66800" y="304800"/>
            <a:ext cx="550545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CAB148-006A-4328-9F7B-5EE5BDE7B29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4352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94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110595" name="Freeform 3"/>
            <p:cNvSpPr>
              <a:spLocks/>
            </p:cNvSpPr>
            <p:nvPr/>
          </p:nvSpPr>
          <p:spPr bwMode="hidden">
            <a:xfrm>
              <a:off x="558" y="1161"/>
              <a:ext cx="5200" cy="3159"/>
            </a:xfrm>
            <a:custGeom>
              <a:avLst/>
              <a:gdLst>
                <a:gd name="T0" fmla="*/ 0 w 5184"/>
                <a:gd name="T1" fmla="*/ 3159 h 3159"/>
                <a:gd name="T2" fmla="*/ 5184 w 5184"/>
                <a:gd name="T3" fmla="*/ 3159 h 3159"/>
                <a:gd name="T4" fmla="*/ 5184 w 5184"/>
                <a:gd name="T5" fmla="*/ 0 h 3159"/>
                <a:gd name="T6" fmla="*/ 0 w 5184"/>
                <a:gd name="T7" fmla="*/ 0 h 3159"/>
                <a:gd name="T8" fmla="*/ 0 w 5184"/>
                <a:gd name="T9" fmla="*/ 3159 h 3159"/>
                <a:gd name="T10" fmla="*/ 0 w 5184"/>
                <a:gd name="T11" fmla="*/ 3159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596" name="Freeform 4"/>
            <p:cNvSpPr>
              <a:spLocks/>
            </p:cNvSpPr>
            <p:nvPr/>
          </p:nvSpPr>
          <p:spPr bwMode="hidden">
            <a:xfrm>
              <a:off x="0" y="1161"/>
              <a:ext cx="558" cy="3159"/>
            </a:xfrm>
            <a:custGeom>
              <a:avLst/>
              <a:gdLst>
                <a:gd name="T0" fmla="*/ 0 w 556"/>
                <a:gd name="T1" fmla="*/ 0 h 3159"/>
                <a:gd name="T2" fmla="*/ 0 w 556"/>
                <a:gd name="T3" fmla="*/ 3159 h 3159"/>
                <a:gd name="T4" fmla="*/ 556 w 556"/>
                <a:gd name="T5" fmla="*/ 3159 h 3159"/>
                <a:gd name="T6" fmla="*/ 556 w 556"/>
                <a:gd name="T7" fmla="*/ 0 h 3159"/>
                <a:gd name="T8" fmla="*/ 0 w 556"/>
                <a:gd name="T9" fmla="*/ 0 h 3159"/>
                <a:gd name="T10" fmla="*/ 0 w 556"/>
                <a:gd name="T11" fmla="*/ 0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0597" name="Group 5"/>
            <p:cNvGrpSpPr>
              <a:grpSpLocks/>
            </p:cNvGrpSpPr>
            <p:nvPr userDrawn="1"/>
          </p:nvGrpSpPr>
          <p:grpSpPr bwMode="auto"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10598" name="Freeform 6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599" name="Freeform 7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0" name="Freeform 8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1" name="Freeform 9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2" name="Freeform 10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3" name="Freeform 11"/>
              <p:cNvSpPr>
                <a:spLocks/>
              </p:cNvSpPr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4" name="Freeform 12"/>
              <p:cNvSpPr>
                <a:spLocks/>
              </p:cNvSpPr>
              <p:nvPr/>
            </p:nvSpPr>
            <p:spPr bwMode="ltGray">
              <a:xfrm>
                <a:off x="0" y="1155"/>
                <a:ext cx="351" cy="12"/>
              </a:xfrm>
              <a:custGeom>
                <a:avLst/>
                <a:gdLst>
                  <a:gd name="T0" fmla="*/ 0 w 251"/>
                  <a:gd name="T1" fmla="*/ 0 h 12"/>
                  <a:gd name="T2" fmla="*/ 0 w 251"/>
                  <a:gd name="T3" fmla="*/ 12 h 12"/>
                  <a:gd name="T4" fmla="*/ 251 w 251"/>
                  <a:gd name="T5" fmla="*/ 12 h 12"/>
                  <a:gd name="T6" fmla="*/ 251 w 251"/>
                  <a:gd name="T7" fmla="*/ 0 h 12"/>
                  <a:gd name="T8" fmla="*/ 0 w 251"/>
                  <a:gd name="T9" fmla="*/ 0 h 12"/>
                  <a:gd name="T10" fmla="*/ 0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5" name="Freeform 13"/>
              <p:cNvSpPr>
                <a:spLocks/>
              </p:cNvSpPr>
              <p:nvPr/>
            </p:nvSpPr>
            <p:spPr bwMode="ltGray">
              <a:xfrm>
                <a:off x="767" y="1155"/>
                <a:ext cx="252" cy="12"/>
              </a:xfrm>
              <a:custGeom>
                <a:avLst/>
                <a:gdLst>
                  <a:gd name="T0" fmla="*/ 251 w 251"/>
                  <a:gd name="T1" fmla="*/ 0 h 12"/>
                  <a:gd name="T2" fmla="*/ 0 w 251"/>
                  <a:gd name="T3" fmla="*/ 0 h 12"/>
                  <a:gd name="T4" fmla="*/ 0 w 251"/>
                  <a:gd name="T5" fmla="*/ 12 h 12"/>
                  <a:gd name="T6" fmla="*/ 251 w 251"/>
                  <a:gd name="T7" fmla="*/ 12 h 12"/>
                  <a:gd name="T8" fmla="*/ 251 w 251"/>
                  <a:gd name="T9" fmla="*/ 0 h 12"/>
                  <a:gd name="T10" fmla="*/ 251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6" name="Freeform 14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0607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04800"/>
            <a:ext cx="7543800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10608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981200"/>
            <a:ext cx="75438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1060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10610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10611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18A5BD12-AF28-43C2-8949-67C55216807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06" name="Rectangle 10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32107" name="Rectangle 11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132108" name="Picture 12" descr="中国女战斗机飞行学员中将产生首批女航天员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5" y="4383088"/>
            <a:ext cx="2987675" cy="247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我国首批女航天员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/>
              <a:t>中国首批</a:t>
            </a:r>
            <a:r>
              <a:rPr lang="en-US" altLang="zh-CN" sz="2800"/>
              <a:t>22</a:t>
            </a:r>
            <a:r>
              <a:rPr lang="zh-CN" altLang="en-US" sz="2800"/>
              <a:t>名女战斗机飞行学员</a:t>
            </a:r>
            <a:r>
              <a:rPr lang="en-US" altLang="zh-CN" sz="2800"/>
              <a:t>7</a:t>
            </a:r>
            <a:r>
              <a:rPr lang="zh-CN" altLang="en-US" sz="2800"/>
              <a:t>月</a:t>
            </a:r>
            <a:r>
              <a:rPr lang="en-US" altLang="zh-CN" sz="2800"/>
              <a:t>5</a:t>
            </a:r>
            <a:r>
              <a:rPr lang="zh-CN" altLang="en-US" sz="2800"/>
              <a:t>日在沈空某飞行学院正式开训。　</a:t>
            </a:r>
          </a:p>
          <a:p>
            <a:r>
              <a:rPr lang="zh-CN" altLang="en-US" sz="2800"/>
              <a:t>　　这批女飞行学员，不仅将成为国家首批战斗机女飞行员，还将产生我国首批女航天员。</a:t>
            </a:r>
          </a:p>
          <a:p>
            <a:r>
              <a:rPr lang="zh-CN" altLang="en-US" sz="2800"/>
              <a:t>我军第八批女飞行员在完成</a:t>
            </a:r>
            <a:r>
              <a:rPr lang="en-US" altLang="zh-CN" sz="2800"/>
              <a:t>50</a:t>
            </a:r>
            <a:r>
              <a:rPr lang="zh-CN" altLang="en-US" sz="2800"/>
              <a:t>多天的座舱实习、飞行模拟训练等</a:t>
            </a:r>
            <a:r>
              <a:rPr lang="en-US" altLang="zh-CN" sz="2800"/>
              <a:t>6</a:t>
            </a:r>
            <a:r>
              <a:rPr lang="zh-CN" altLang="en-US" sz="2800"/>
              <a:t>项内容的地面准备后，</a:t>
            </a:r>
            <a:r>
              <a:rPr lang="en-US" altLang="zh-CN" sz="2800"/>
              <a:t>19</a:t>
            </a:r>
            <a:r>
              <a:rPr lang="zh-CN" altLang="en-US" sz="2800"/>
              <a:t>日</a:t>
            </a:r>
            <a:r>
              <a:rPr lang="en-US" altLang="zh-CN" sz="2800"/>
              <a:t>7</a:t>
            </a:r>
            <a:r>
              <a:rPr lang="zh-CN" altLang="en-US" sz="2800"/>
              <a:t>时在空军某飞行学院首次驾机飞上蓝天。 　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defaul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80</TotalTime>
  <Words>26</Words>
  <Application>Microsoft Office PowerPoint</Application>
  <PresentationFormat>全屏显示(4:3)</PresentationFormat>
  <Paragraphs>4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default</vt:lpstr>
      <vt:lpstr>PowerPoint 演示文稿</vt:lpstr>
      <vt:lpstr>PowerPoint 演示文稿</vt:lpstr>
      <vt:lpstr>我国首批女航天员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中国女战斗机飞行学员中将产生首批女航天员</dc:title>
  <dc:creator>User</dc:creator>
  <cp:lastModifiedBy>YlmF</cp:lastModifiedBy>
  <cp:revision>4</cp:revision>
  <cp:lastPrinted>1601-01-01T00:00:00Z</cp:lastPrinted>
  <dcterms:created xsi:type="dcterms:W3CDTF">2008-07-07T02:25:52Z</dcterms:created>
  <dcterms:modified xsi:type="dcterms:W3CDTF">2013-08-20T07:21:47Z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</Properties>
</file>