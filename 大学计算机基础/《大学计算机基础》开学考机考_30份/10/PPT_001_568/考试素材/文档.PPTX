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619D09-160B-4022-876D-081FEAB5C0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9995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F7B747-B481-45A2-8AFB-E18CA376C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426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AE9151-3A69-48B4-85F0-C79469C08E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055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41B133-AD23-4EA9-A1B5-8285552847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2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ECD65E-E4E5-4A38-B47E-5EC5023BE0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335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00704C-CF4E-4000-951B-48943E92C8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820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79C5C4-F6FB-487A-A10D-F10F63544C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527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E0717E-A1B3-46E4-8D3D-855E5AE4C3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7315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AFBEA9-C9B9-4510-8F3F-B3252C0A38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786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60B874-3363-4681-9333-A576CA8BF6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10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D5D179-BF7B-4302-B755-709D05FAD5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7063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AD4B4D3-62C2-4B7B-8FFB-0E1AD50BD9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675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D248B6E-A9F5-480B-B5F7-F9E4645E0E9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千奇百怪的小镇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2057400"/>
            <a:ext cx="3124200" cy="3581400"/>
          </a:xfrm>
        </p:spPr>
        <p:txBody>
          <a:bodyPr/>
          <a:lstStyle/>
          <a:p>
            <a:r>
              <a:rPr lang="zh-CN" altLang="en-US" sz="2800"/>
              <a:t>无烟镇</a:t>
            </a:r>
          </a:p>
          <a:p>
            <a:r>
              <a:rPr lang="zh-CN" altLang="en-US" sz="2800"/>
              <a:t>笑容镇</a:t>
            </a:r>
          </a:p>
          <a:p>
            <a:r>
              <a:rPr lang="zh-CN" altLang="en-US" sz="2800"/>
              <a:t>失眠镇</a:t>
            </a:r>
          </a:p>
          <a:p>
            <a:r>
              <a:rPr lang="zh-CN" altLang="en-US" sz="2800"/>
              <a:t>象棋镇</a:t>
            </a:r>
          </a:p>
          <a:p>
            <a:r>
              <a:rPr lang="zh-CN" altLang="en-US" sz="2800"/>
              <a:t>梦游镇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2317451"/>
            <a:ext cx="3810000" cy="2164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挂苹果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41910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/>
              <a:t>	</a:t>
            </a:r>
            <a:r>
              <a:rPr lang="zh-CN" altLang="en-US" sz="2800"/>
              <a:t>一个淘气的孩子偷偷爬上了一棵苹果树，摘下了一个苹果。护园人看见了，大声说：“小家伙，你干什么？” “这不，一个苹果掉下来了，我想爬上树把它挂起来，”小孩举着手里的苹果说。</a:t>
            </a:r>
          </a:p>
        </p:txBody>
      </p:sp>
      <p:graphicFrame>
        <p:nvGraphicFramePr>
          <p:cNvPr id="4100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875338" y="1981200"/>
          <a:ext cx="1355725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Clip" r:id="rId3" imgW="1295640" imgH="3934080" progId="MS_ClipArt_Gallery.2">
                  <p:embed/>
                </p:oleObj>
              </mc:Choice>
              <mc:Fallback>
                <p:oleObj name="Clip" r:id="rId3" imgW="1295640" imgH="3934080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5338" y="1981200"/>
                        <a:ext cx="1355725" cy="411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</Words>
  <Application>Microsoft Office PowerPoint</Application>
  <PresentationFormat>全屏显示(4:3)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Office 主题​​</vt:lpstr>
      <vt:lpstr>Clip</vt:lpstr>
      <vt:lpstr>千奇百怪的小镇</vt:lpstr>
      <vt:lpstr>挂苹果</vt:lpstr>
    </vt:vector>
  </TitlesOfParts>
  <Company>北航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千奇百怪的小镇</dc:title>
  <dc:creator>计算中心</dc:creator>
  <cp:lastModifiedBy>YlmF</cp:lastModifiedBy>
  <cp:revision>2</cp:revision>
  <dcterms:created xsi:type="dcterms:W3CDTF">2001-12-20T11:59:34Z</dcterms:created>
  <dcterms:modified xsi:type="dcterms:W3CDTF">2013-08-21T06:10:00Z</dcterms:modified>
</cp:coreProperties>
</file>