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834A0B6-6EC3-4E29-9CD5-DB6D917C98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2450F-66DB-4D6B-8016-1E4E861692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76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83FF1-42CE-4E24-A371-2E5C5FC156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73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BFD51-FEBF-4782-9AE6-6ED1D0AF57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65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6E40B-A16E-4BB0-BAA3-CFF974FC79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40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A639E-26A0-4124-932A-3002A07608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02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15EA4B-F088-4587-8CF1-F948F04177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97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77C7D8-14E4-416C-BFB2-D82F39D3D6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20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90BAD1-B644-4DE0-8272-02F9F26874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533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4DEB0A-4AB8-498C-BC77-79894979F7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824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E57AC-5518-49D1-82CF-23E624C771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11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6987606E-CEDF-40A9-81F7-2C4A5946E0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保健新观念 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吸烟时仅仅是关上厨房门是没法保护儿童免受香烟危害的</a:t>
            </a:r>
          </a:p>
          <a:p>
            <a:r>
              <a:rPr lang="zh-CN" altLang="en-US">
                <a:latin typeface="Arial"/>
              </a:rPr>
              <a:t>“</a:t>
            </a:r>
            <a:r>
              <a:rPr lang="zh-CN" altLang="en-US"/>
              <a:t>三手烟</a:t>
            </a:r>
            <a:r>
              <a:rPr lang="zh-CN" altLang="en-US">
                <a:latin typeface="Arial"/>
              </a:rPr>
              <a:t>”</a:t>
            </a:r>
            <a:r>
              <a:rPr lang="zh-CN" altLang="en-US"/>
              <a:t>包含致癌物质，任何年龄段的任何人只要接触到这些物质就有患上癌症的风险 </a:t>
            </a:r>
          </a:p>
        </p:txBody>
      </p:sp>
      <p:pic>
        <p:nvPicPr>
          <p:cNvPr id="135172" name="Picture 4" descr="20090105095627ead5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641850"/>
            <a:ext cx="3348037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Arial"/>
              </a:rPr>
              <a:t>“</a:t>
            </a:r>
            <a:r>
              <a:rPr lang="zh-CN" altLang="en-US"/>
              <a:t>三手烟</a:t>
            </a:r>
            <a:r>
              <a:rPr lang="zh-CN" altLang="en-US">
                <a:latin typeface="Arial"/>
              </a:rPr>
              <a:t>”</a:t>
            </a:r>
            <a:r>
              <a:rPr lang="zh-CN" altLang="en-US"/>
              <a:t>是一个全新的名词，但是它确实已经在影响我们的生活了。简单的将孩子们与吸烟者呼出的烟雾隔离并不能真正的保护孩子，</a:t>
            </a:r>
            <a:r>
              <a:rPr lang="zh-CN" altLang="en-US">
                <a:latin typeface="Arial"/>
              </a:rPr>
              <a:t>“</a:t>
            </a:r>
            <a:r>
              <a:rPr lang="zh-CN" altLang="en-US"/>
              <a:t>三手烟</a:t>
            </a:r>
            <a:r>
              <a:rPr lang="zh-CN" altLang="en-US">
                <a:latin typeface="Arial"/>
              </a:rPr>
              <a:t>”</a:t>
            </a:r>
            <a:r>
              <a:rPr lang="zh-CN" altLang="en-US"/>
              <a:t>中的致癌物质对任何年龄段的人来说，都有造成癌症的影响。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危害于无形 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吸烟者一番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吞云吐雾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后，不但自身头发和衣服上残留香烟气味及有害物质微粒，就连周围环境的地毯、靠垫等物品都会沾染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烟毒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。 </a:t>
            </a:r>
          </a:p>
          <a:p>
            <a:r>
              <a:rPr lang="zh-CN" altLang="en-US" sz="2800"/>
              <a:t>这些有害物质包括氰化氢、丁烷、甲苯、砷、铅、一氧化碳、放射性物质钋</a:t>
            </a:r>
            <a:r>
              <a:rPr lang="en-US" altLang="zh-CN" sz="2800">
                <a:latin typeface="Arial"/>
              </a:rPr>
              <a:t>—</a:t>
            </a:r>
            <a:r>
              <a:rPr lang="zh-CN" altLang="en-US" sz="2800"/>
              <a:t>２１０以及多种致癌物质。</a:t>
            </a:r>
          </a:p>
          <a:p>
            <a:r>
              <a:rPr lang="zh-CN" altLang="en-US" sz="2800"/>
              <a:t>当儿童在有人吸过烟的环境里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摸爬滚打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时，他们的手上、身上便会沾染上述有害物质，甚至有可能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吃下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一些。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43</TotalTime>
  <Words>190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default</vt:lpstr>
      <vt:lpstr>保健新观念 </vt:lpstr>
      <vt:lpstr>PowerPoint 演示文稿</vt:lpstr>
      <vt:lpstr>危害于无形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三手烟危害儿童健康</dc:title>
  <dc:creator>User</dc:creator>
  <cp:lastModifiedBy>YlmF</cp:lastModifiedBy>
  <cp:revision>3</cp:revision>
  <cp:lastPrinted>1601-01-01T00:00:00Z</cp:lastPrinted>
  <dcterms:created xsi:type="dcterms:W3CDTF">2009-01-12T01:11:54Z</dcterms:created>
  <dcterms:modified xsi:type="dcterms:W3CDTF">2013-08-22T06:16:24Z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