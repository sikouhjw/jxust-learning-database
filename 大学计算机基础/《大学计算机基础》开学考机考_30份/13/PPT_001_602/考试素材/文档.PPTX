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7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B4EA4C-5647-45AA-86ED-CF1E304386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15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8702-F0FE-4350-8DCA-56128BFE5D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15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E70B80-B0AF-49C4-91CF-CA94A96366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50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E407B-3DC5-42E7-ADE9-C1CAB88C4D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92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6728D-E645-422D-A9E0-6EBDFD2FC8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69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352759-6F66-4C33-8B67-38D1AFD8D3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90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52373-A62C-4E00-BFBB-F13C5B9752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78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2E7FA-33BE-4F58-B231-D8690749A4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4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CFAF7C-DAB3-4E8D-A7C9-D74E370713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38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05BE4-1595-4C02-9EA7-27519308C4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807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C6B77-6E83-44B4-AEB2-6356321DDC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77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8E26FD-5C39-4629-8652-224719A818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2008.163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2008</a:t>
            </a:r>
            <a:r>
              <a:rPr lang="zh-CN" altLang="en-US"/>
              <a:t>年国际田联竞走挑战赛和中国田径公开赛将于今年</a:t>
            </a:r>
            <a:r>
              <a:rPr lang="en-US" altLang="zh-CN"/>
              <a:t>4</a:t>
            </a:r>
            <a:r>
              <a:rPr lang="zh-CN" altLang="en-US"/>
              <a:t>月和</a:t>
            </a:r>
            <a:r>
              <a:rPr lang="en-US" altLang="zh-CN"/>
              <a:t>5</a:t>
            </a:r>
            <a:r>
              <a:rPr lang="zh-CN" altLang="en-US"/>
              <a:t>月在“鸟巢”举行。这两项赛事是“鸟巢”在北京奥运会前仅有的两项测试赛。 预计将有</a:t>
            </a:r>
            <a:r>
              <a:rPr lang="en-US" altLang="zh-CN"/>
              <a:t>200</a:t>
            </a:r>
            <a:r>
              <a:rPr lang="zh-CN" altLang="en-US"/>
              <a:t>余名运动员参加国际田联竞走挑战赛，</a:t>
            </a:r>
            <a:r>
              <a:rPr lang="en-US" altLang="zh-CN"/>
              <a:t>1000</a:t>
            </a:r>
            <a:r>
              <a:rPr lang="zh-CN" altLang="en-US"/>
              <a:t>余名运动员参加中国田径公开赛，刘翔将在这里“试跑”。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20080122143247f800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971800"/>
            <a:ext cx="457200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81200"/>
          </a:xfrm>
        </p:spPr>
        <p:txBody>
          <a:bodyPr/>
          <a:lstStyle/>
          <a:p>
            <a:r>
              <a:rPr lang="zh-CN" altLang="en-US"/>
              <a:t>为了配合</a:t>
            </a:r>
            <a:r>
              <a:rPr lang="zh-CN" altLang="en-US">
                <a:hlinkClick r:id="rId2"/>
              </a:rPr>
              <a:t>北京奥运会</a:t>
            </a:r>
            <a:r>
              <a:rPr lang="zh-CN" altLang="en-US"/>
              <a:t>开闭幕式等工作的需要，“鸟巢”将在今年</a:t>
            </a:r>
            <a:r>
              <a:rPr lang="en-US" altLang="zh-CN"/>
              <a:t>4</a:t>
            </a:r>
            <a:r>
              <a:rPr lang="zh-CN" altLang="en-US"/>
              <a:t>月初正式竣工，这是北京奥运会最后一个完工的新建奥运场馆。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99</Words>
  <Application>Microsoft Office PowerPoint</Application>
  <PresentationFormat>全屏显示(4:3)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3</cp:revision>
  <dcterms:created xsi:type="dcterms:W3CDTF">2008-02-08T08:47:28Z</dcterms:created>
  <dcterms:modified xsi:type="dcterms:W3CDTF">2013-08-26T01:43:09Z</dcterms:modified>
</cp:coreProperties>
</file>