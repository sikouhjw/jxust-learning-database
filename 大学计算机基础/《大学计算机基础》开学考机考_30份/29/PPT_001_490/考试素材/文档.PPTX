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-828" y="-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59C52F-9BFC-439D-A0B1-05CC15FA646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1F2AB1-1CEC-4CA8-A94D-98B7C5199B7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3F479D-D6B5-40BE-8008-418C053CECE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F2113E-7755-4F7A-A8BF-6C493912172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EB0598-B43B-4FB7-AFDD-CEBDF1F0077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434D5A-E41C-4CD7-841D-B7C01112AFE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B567A2-7006-43E8-AF4F-EB5EB01C760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2C379C-6615-4B7F-BD6E-C258C608AF8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53E282-944E-43DF-BE5F-7698E4B6DCB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C0A8F-95FE-467E-913D-6A6C4F2DBD8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6AF44C-6E62-4CDB-BBAF-38005E8CBCF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82B2DB6-8640-4059-BF56-A0583014AE4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" baseType="lpstr">
      <vt:lpstr>默认设计模板</vt:lpstr>
    </vt:vector>
  </TitlesOfParts>
  <Company>wwjt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lhc</dc:creator>
  <cp:lastModifiedBy>wwjt</cp:lastModifiedBy>
  <cp:revision>1</cp:revision>
  <dcterms:created xsi:type="dcterms:W3CDTF">2002-10-26T03:05:01Z</dcterms:created>
  <dcterms:modified xsi:type="dcterms:W3CDTF">2012-04-01T01:46:39Z</dcterms:modified>
</cp:coreProperties>
</file>