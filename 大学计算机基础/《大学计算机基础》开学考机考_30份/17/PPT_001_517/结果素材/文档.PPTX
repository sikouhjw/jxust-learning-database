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Times New Roman"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charset="0"/>
        <a:ea typeface="宋体" pitchFamily="2" charset="-122"/>
        <a:cs typeface="+mn-cs"/>
      </a:defRPr>
    </a:lvl5pPr>
    <a:lvl6pPr marL="2286000" algn="l" defTabSz="914400" rtl="0" eaLnBrk="1" latinLnBrk="0" hangingPunct="1">
      <a:defRPr kumimoji="1" sz="2400" kern="1200">
        <a:solidFill>
          <a:schemeClr val="tx1"/>
        </a:solidFill>
        <a:latin typeface="Times New Roman" charset="0"/>
        <a:ea typeface="宋体" pitchFamily="2" charset="-122"/>
        <a:cs typeface="+mn-cs"/>
      </a:defRPr>
    </a:lvl6pPr>
    <a:lvl7pPr marL="2743200" algn="l" defTabSz="914400" rtl="0" eaLnBrk="1" latinLnBrk="0" hangingPunct="1">
      <a:defRPr kumimoji="1" sz="2400" kern="1200">
        <a:solidFill>
          <a:schemeClr val="tx1"/>
        </a:solidFill>
        <a:latin typeface="Times New Roman" charset="0"/>
        <a:ea typeface="宋体" pitchFamily="2" charset="-122"/>
        <a:cs typeface="+mn-cs"/>
      </a:defRPr>
    </a:lvl7pPr>
    <a:lvl8pPr marL="3200400" algn="l" defTabSz="914400" rtl="0" eaLnBrk="1" latinLnBrk="0" hangingPunct="1">
      <a:defRPr kumimoji="1" sz="2400" kern="1200">
        <a:solidFill>
          <a:schemeClr val="tx1"/>
        </a:solidFill>
        <a:latin typeface="Times New Roman" charset="0"/>
        <a:ea typeface="宋体" pitchFamily="2" charset="-122"/>
        <a:cs typeface="+mn-cs"/>
      </a:defRPr>
    </a:lvl8pPr>
    <a:lvl9pPr marL="3657600" algn="l" defTabSz="914400" rtl="0" eaLnBrk="1" latinLnBrk="0" hangingPunct="1">
      <a:defRPr kumimoji="1" sz="2400" kern="1200">
        <a:solidFill>
          <a:schemeClr val="tx1"/>
        </a:solidFill>
        <a:latin typeface="Times New Roman"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69" d="100"/>
          <a:sy n="69" d="100"/>
        </p:scale>
        <p:origin x="-92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49506" name="Group 2"/>
          <p:cNvGrpSpPr>
            <a:grpSpLocks/>
          </p:cNvGrpSpPr>
          <p:nvPr/>
        </p:nvGrpSpPr>
        <p:grpSpPr bwMode="auto">
          <a:xfrm>
            <a:off x="44450" y="0"/>
            <a:ext cx="9097963" cy="6856413"/>
            <a:chOff x="28" y="0"/>
            <a:chExt cx="5731" cy="4319"/>
          </a:xfrm>
        </p:grpSpPr>
        <p:sp>
          <p:nvSpPr>
            <p:cNvPr id="149507" name="AutoShape 3"/>
            <p:cNvSpPr>
              <a:spLocks noChangeArrowheads="1"/>
            </p:cNvSpPr>
            <p:nvPr/>
          </p:nvSpPr>
          <p:spPr bwMode="auto">
            <a:xfrm>
              <a:off x="838" y="868"/>
              <a:ext cx="54" cy="6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08" name="Rectangle 4"/>
            <p:cNvSpPr>
              <a:spLocks noChangeArrowheads="1"/>
            </p:cNvSpPr>
            <p:nvPr/>
          </p:nvSpPr>
          <p:spPr bwMode="auto">
            <a:xfrm>
              <a:off x="1121" y="628"/>
              <a:ext cx="16" cy="16"/>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09" name="AutoShape 5"/>
            <p:cNvSpPr>
              <a:spLocks noChangeArrowheads="1"/>
            </p:cNvSpPr>
            <p:nvPr/>
          </p:nvSpPr>
          <p:spPr bwMode="auto">
            <a:xfrm>
              <a:off x="2027" y="6"/>
              <a:ext cx="50" cy="59"/>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0" name="Rectangle 6"/>
            <p:cNvSpPr>
              <a:spLocks noChangeArrowheads="1"/>
            </p:cNvSpPr>
            <p:nvPr/>
          </p:nvSpPr>
          <p:spPr bwMode="auto">
            <a:xfrm>
              <a:off x="1740" y="290"/>
              <a:ext cx="46" cy="5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1" name="AutoShape 7"/>
            <p:cNvSpPr>
              <a:spLocks noChangeArrowheads="1"/>
            </p:cNvSpPr>
            <p:nvPr/>
          </p:nvSpPr>
          <p:spPr bwMode="auto">
            <a:xfrm>
              <a:off x="68" y="18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2" name="Rectangle 8"/>
            <p:cNvSpPr>
              <a:spLocks noChangeArrowheads="1"/>
            </p:cNvSpPr>
            <p:nvPr/>
          </p:nvSpPr>
          <p:spPr bwMode="auto">
            <a:xfrm>
              <a:off x="414" y="78"/>
              <a:ext cx="56" cy="4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3" name="Rectangle 9"/>
            <p:cNvSpPr>
              <a:spLocks noChangeArrowheads="1"/>
            </p:cNvSpPr>
            <p:nvPr/>
          </p:nvSpPr>
          <p:spPr bwMode="auto">
            <a:xfrm>
              <a:off x="772" y="28"/>
              <a:ext cx="53" cy="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4" name="AutoShape 10"/>
            <p:cNvSpPr>
              <a:spLocks noChangeArrowheads="1"/>
            </p:cNvSpPr>
            <p:nvPr/>
          </p:nvSpPr>
          <p:spPr bwMode="auto">
            <a:xfrm>
              <a:off x="1087" y="1008"/>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5" name="Rectangle 11"/>
            <p:cNvSpPr>
              <a:spLocks noChangeArrowheads="1"/>
            </p:cNvSpPr>
            <p:nvPr/>
          </p:nvSpPr>
          <p:spPr bwMode="auto">
            <a:xfrm>
              <a:off x="641" y="73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6" name="Rectangle 12"/>
            <p:cNvSpPr>
              <a:spLocks noChangeArrowheads="1"/>
            </p:cNvSpPr>
            <p:nvPr/>
          </p:nvSpPr>
          <p:spPr bwMode="auto">
            <a:xfrm>
              <a:off x="1868" y="194"/>
              <a:ext cx="51" cy="59"/>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7" name="AutoShape 13"/>
            <p:cNvSpPr>
              <a:spLocks noChangeArrowheads="1"/>
            </p:cNvSpPr>
            <p:nvPr/>
          </p:nvSpPr>
          <p:spPr bwMode="auto">
            <a:xfrm>
              <a:off x="653" y="1023"/>
              <a:ext cx="54"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8" name="Rectangle 14"/>
            <p:cNvSpPr>
              <a:spLocks noChangeArrowheads="1"/>
            </p:cNvSpPr>
            <p:nvPr/>
          </p:nvSpPr>
          <p:spPr bwMode="auto">
            <a:xfrm>
              <a:off x="292" y="1068"/>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19" name="Rectangle 15"/>
            <p:cNvSpPr>
              <a:spLocks noChangeArrowheads="1"/>
            </p:cNvSpPr>
            <p:nvPr/>
          </p:nvSpPr>
          <p:spPr bwMode="auto">
            <a:xfrm>
              <a:off x="175" y="913"/>
              <a:ext cx="1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0" name="AutoShape 16"/>
            <p:cNvSpPr>
              <a:spLocks noChangeArrowheads="1"/>
            </p:cNvSpPr>
            <p:nvPr/>
          </p:nvSpPr>
          <p:spPr bwMode="auto">
            <a:xfrm>
              <a:off x="633" y="155"/>
              <a:ext cx="56" cy="41"/>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1" name="Rectangle 17"/>
            <p:cNvSpPr>
              <a:spLocks noChangeArrowheads="1"/>
            </p:cNvSpPr>
            <p:nvPr/>
          </p:nvSpPr>
          <p:spPr bwMode="auto">
            <a:xfrm>
              <a:off x="107" y="424"/>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2" name="Rectangle 18"/>
            <p:cNvSpPr>
              <a:spLocks noChangeArrowheads="1"/>
            </p:cNvSpPr>
            <p:nvPr/>
          </p:nvSpPr>
          <p:spPr bwMode="auto">
            <a:xfrm>
              <a:off x="290" y="0"/>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3" name="AutoShape 19"/>
            <p:cNvSpPr>
              <a:spLocks noChangeArrowheads="1"/>
            </p:cNvSpPr>
            <p:nvPr/>
          </p:nvSpPr>
          <p:spPr bwMode="auto">
            <a:xfrm>
              <a:off x="1273" y="76"/>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4" name="Rectangle 20"/>
            <p:cNvSpPr>
              <a:spLocks noChangeArrowheads="1"/>
            </p:cNvSpPr>
            <p:nvPr/>
          </p:nvSpPr>
          <p:spPr bwMode="auto">
            <a:xfrm>
              <a:off x="1115" y="37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5" name="Rectangle 21"/>
            <p:cNvSpPr>
              <a:spLocks noChangeArrowheads="1"/>
            </p:cNvSpPr>
            <p:nvPr/>
          </p:nvSpPr>
          <p:spPr bwMode="auto">
            <a:xfrm>
              <a:off x="44" y="2265"/>
              <a:ext cx="31"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6" name="AutoShape 22"/>
            <p:cNvSpPr>
              <a:spLocks noChangeArrowheads="1"/>
            </p:cNvSpPr>
            <p:nvPr/>
          </p:nvSpPr>
          <p:spPr bwMode="auto">
            <a:xfrm>
              <a:off x="1212" y="759"/>
              <a:ext cx="54" cy="43"/>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7" name="Rectangle 23"/>
            <p:cNvSpPr>
              <a:spLocks noChangeArrowheads="1"/>
            </p:cNvSpPr>
            <p:nvPr/>
          </p:nvSpPr>
          <p:spPr bwMode="auto">
            <a:xfrm>
              <a:off x="1574" y="611"/>
              <a:ext cx="56" cy="42"/>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8" name="Rectangle 24"/>
            <p:cNvSpPr>
              <a:spLocks noChangeArrowheads="1"/>
            </p:cNvSpPr>
            <p:nvPr/>
          </p:nvSpPr>
          <p:spPr bwMode="auto">
            <a:xfrm>
              <a:off x="1238" y="496"/>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29" name="AutoShape 25"/>
            <p:cNvSpPr>
              <a:spLocks noChangeArrowheads="1"/>
            </p:cNvSpPr>
            <p:nvPr/>
          </p:nvSpPr>
          <p:spPr bwMode="auto">
            <a:xfrm>
              <a:off x="961" y="68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0" name="AutoShape 26"/>
            <p:cNvSpPr>
              <a:spLocks noChangeArrowheads="1"/>
            </p:cNvSpPr>
            <p:nvPr/>
          </p:nvSpPr>
          <p:spPr bwMode="auto">
            <a:xfrm>
              <a:off x="286" y="1585"/>
              <a:ext cx="52" cy="58"/>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1" name="AutoShape 27"/>
            <p:cNvSpPr>
              <a:spLocks noChangeArrowheads="1"/>
            </p:cNvSpPr>
            <p:nvPr/>
          </p:nvSpPr>
          <p:spPr bwMode="auto">
            <a:xfrm>
              <a:off x="866" y="110"/>
              <a:ext cx="50"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2" name="AutoShape 28"/>
            <p:cNvSpPr>
              <a:spLocks noChangeArrowheads="1"/>
            </p:cNvSpPr>
            <p:nvPr/>
          </p:nvSpPr>
          <p:spPr bwMode="auto">
            <a:xfrm>
              <a:off x="512" y="1150"/>
              <a:ext cx="53"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3" name="Rectangle 29"/>
            <p:cNvSpPr>
              <a:spLocks noChangeArrowheads="1"/>
            </p:cNvSpPr>
            <p:nvPr/>
          </p:nvSpPr>
          <p:spPr bwMode="auto">
            <a:xfrm>
              <a:off x="179" y="244"/>
              <a:ext cx="56" cy="41"/>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4" name="Rectangle 30"/>
            <p:cNvSpPr>
              <a:spLocks noChangeArrowheads="1"/>
            </p:cNvSpPr>
            <p:nvPr/>
          </p:nvSpPr>
          <p:spPr bwMode="auto">
            <a:xfrm>
              <a:off x="444" y="246"/>
              <a:ext cx="24" cy="17"/>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5" name="AutoShape 31"/>
            <p:cNvSpPr>
              <a:spLocks noChangeArrowheads="1"/>
            </p:cNvSpPr>
            <p:nvPr/>
          </p:nvSpPr>
          <p:spPr bwMode="auto">
            <a:xfrm>
              <a:off x="1036" y="3982"/>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6" name="AutoShape 32"/>
            <p:cNvSpPr>
              <a:spLocks noChangeArrowheads="1"/>
            </p:cNvSpPr>
            <p:nvPr/>
          </p:nvSpPr>
          <p:spPr bwMode="auto">
            <a:xfrm>
              <a:off x="212" y="90"/>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7" name="AutoShape 33"/>
            <p:cNvSpPr>
              <a:spLocks noChangeArrowheads="1"/>
            </p:cNvSpPr>
            <p:nvPr/>
          </p:nvSpPr>
          <p:spPr bwMode="auto">
            <a:xfrm>
              <a:off x="571" y="46"/>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8" name="AutoShape 34"/>
            <p:cNvSpPr>
              <a:spLocks noChangeArrowheads="1"/>
            </p:cNvSpPr>
            <p:nvPr/>
          </p:nvSpPr>
          <p:spPr bwMode="auto">
            <a:xfrm>
              <a:off x="500" y="787"/>
              <a:ext cx="55" cy="41"/>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39" name="AutoShape 35"/>
            <p:cNvSpPr>
              <a:spLocks noChangeArrowheads="1"/>
            </p:cNvSpPr>
            <p:nvPr/>
          </p:nvSpPr>
          <p:spPr bwMode="auto">
            <a:xfrm>
              <a:off x="344" y="899"/>
              <a:ext cx="56" cy="4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0" name="AutoShape 36"/>
            <p:cNvSpPr>
              <a:spLocks noChangeArrowheads="1"/>
            </p:cNvSpPr>
            <p:nvPr/>
          </p:nvSpPr>
          <p:spPr bwMode="auto">
            <a:xfrm>
              <a:off x="34" y="395"/>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1" name="Rectangle 37"/>
            <p:cNvSpPr>
              <a:spLocks noChangeArrowheads="1"/>
            </p:cNvSpPr>
            <p:nvPr/>
          </p:nvSpPr>
          <p:spPr bwMode="auto">
            <a:xfrm>
              <a:off x="1358" y="292"/>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2" name="Rectangle 38"/>
            <p:cNvSpPr>
              <a:spLocks noChangeArrowheads="1"/>
            </p:cNvSpPr>
            <p:nvPr/>
          </p:nvSpPr>
          <p:spPr bwMode="auto">
            <a:xfrm>
              <a:off x="1561" y="196"/>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3" name="AutoShape 39"/>
            <p:cNvSpPr>
              <a:spLocks noChangeArrowheads="1"/>
            </p:cNvSpPr>
            <p:nvPr/>
          </p:nvSpPr>
          <p:spPr bwMode="auto">
            <a:xfrm>
              <a:off x="942" y="196"/>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4" name="AutoShape 40"/>
            <p:cNvSpPr>
              <a:spLocks noChangeArrowheads="1"/>
            </p:cNvSpPr>
            <p:nvPr/>
          </p:nvSpPr>
          <p:spPr bwMode="auto">
            <a:xfrm>
              <a:off x="1113" y="22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5" name="AutoShape 41"/>
            <p:cNvSpPr>
              <a:spLocks noChangeArrowheads="1"/>
            </p:cNvSpPr>
            <p:nvPr/>
          </p:nvSpPr>
          <p:spPr bwMode="auto">
            <a:xfrm>
              <a:off x="472" y="376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6" name="AutoShape 42"/>
            <p:cNvSpPr>
              <a:spLocks noChangeArrowheads="1"/>
            </p:cNvSpPr>
            <p:nvPr/>
          </p:nvSpPr>
          <p:spPr bwMode="auto">
            <a:xfrm>
              <a:off x="35" y="862"/>
              <a:ext cx="54"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7" name="AutoShape 43"/>
            <p:cNvSpPr>
              <a:spLocks noChangeArrowheads="1"/>
            </p:cNvSpPr>
            <p:nvPr/>
          </p:nvSpPr>
          <p:spPr bwMode="auto">
            <a:xfrm>
              <a:off x="496" y="940"/>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8" name="AutoShape 44"/>
            <p:cNvSpPr>
              <a:spLocks noChangeArrowheads="1"/>
            </p:cNvSpPr>
            <p:nvPr/>
          </p:nvSpPr>
          <p:spPr bwMode="auto">
            <a:xfrm>
              <a:off x="1356" y="592"/>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49" name="Rectangle 45"/>
            <p:cNvSpPr>
              <a:spLocks noChangeArrowheads="1"/>
            </p:cNvSpPr>
            <p:nvPr/>
          </p:nvSpPr>
          <p:spPr bwMode="auto">
            <a:xfrm>
              <a:off x="400" y="1797"/>
              <a:ext cx="51" cy="59"/>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0" name="AutoShape 46"/>
            <p:cNvSpPr>
              <a:spLocks noChangeArrowheads="1"/>
            </p:cNvSpPr>
            <p:nvPr/>
          </p:nvSpPr>
          <p:spPr bwMode="auto">
            <a:xfrm>
              <a:off x="140" y="1927"/>
              <a:ext cx="51" cy="59"/>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1" name="Rectangle 47"/>
            <p:cNvSpPr>
              <a:spLocks noChangeArrowheads="1"/>
            </p:cNvSpPr>
            <p:nvPr/>
          </p:nvSpPr>
          <p:spPr bwMode="auto">
            <a:xfrm>
              <a:off x="88" y="1289"/>
              <a:ext cx="53" cy="42"/>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2" name="AutoShape 48"/>
            <p:cNvSpPr>
              <a:spLocks noChangeArrowheads="1"/>
            </p:cNvSpPr>
            <p:nvPr/>
          </p:nvSpPr>
          <p:spPr bwMode="auto">
            <a:xfrm>
              <a:off x="1252" y="200"/>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3" name="Rectangle 49"/>
            <p:cNvSpPr>
              <a:spLocks noChangeArrowheads="1"/>
            </p:cNvSpPr>
            <p:nvPr/>
          </p:nvSpPr>
          <p:spPr bwMode="auto">
            <a:xfrm>
              <a:off x="327" y="442"/>
              <a:ext cx="55" cy="4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4" name="AutoShape 50"/>
            <p:cNvSpPr>
              <a:spLocks noChangeArrowheads="1"/>
            </p:cNvSpPr>
            <p:nvPr/>
          </p:nvSpPr>
          <p:spPr bwMode="auto">
            <a:xfrm>
              <a:off x="324" y="157"/>
              <a:ext cx="55" cy="41"/>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5" name="AutoShape 51"/>
            <p:cNvSpPr>
              <a:spLocks noChangeArrowheads="1"/>
            </p:cNvSpPr>
            <p:nvPr/>
          </p:nvSpPr>
          <p:spPr bwMode="auto">
            <a:xfrm>
              <a:off x="414" y="612"/>
              <a:ext cx="56"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6" name="AutoShape 52"/>
            <p:cNvSpPr>
              <a:spLocks noChangeArrowheads="1"/>
            </p:cNvSpPr>
            <p:nvPr/>
          </p:nvSpPr>
          <p:spPr bwMode="auto">
            <a:xfrm>
              <a:off x="868"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7" name="AutoShape 53"/>
            <p:cNvSpPr>
              <a:spLocks noChangeArrowheads="1"/>
            </p:cNvSpPr>
            <p:nvPr/>
          </p:nvSpPr>
          <p:spPr bwMode="auto">
            <a:xfrm>
              <a:off x="1476"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8" name="AutoShape 54"/>
            <p:cNvSpPr>
              <a:spLocks noChangeArrowheads="1"/>
            </p:cNvSpPr>
            <p:nvPr/>
          </p:nvSpPr>
          <p:spPr bwMode="auto">
            <a:xfrm>
              <a:off x="860" y="3792"/>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59" name="AutoShape 55"/>
            <p:cNvSpPr>
              <a:spLocks noChangeArrowheads="1"/>
            </p:cNvSpPr>
            <p:nvPr/>
          </p:nvSpPr>
          <p:spPr bwMode="auto">
            <a:xfrm>
              <a:off x="199" y="3456"/>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0" name="AutoShape 56"/>
            <p:cNvSpPr>
              <a:spLocks noChangeArrowheads="1"/>
            </p:cNvSpPr>
            <p:nvPr/>
          </p:nvSpPr>
          <p:spPr bwMode="auto">
            <a:xfrm>
              <a:off x="1497" y="16"/>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1" name="AutoShape 57"/>
            <p:cNvSpPr>
              <a:spLocks noChangeArrowheads="1"/>
            </p:cNvSpPr>
            <p:nvPr/>
          </p:nvSpPr>
          <p:spPr bwMode="auto">
            <a:xfrm>
              <a:off x="356" y="2272"/>
              <a:ext cx="51" cy="59"/>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2" name="AutoShape 58"/>
            <p:cNvSpPr>
              <a:spLocks noChangeArrowheads="1"/>
            </p:cNvSpPr>
            <p:nvPr/>
          </p:nvSpPr>
          <p:spPr bwMode="auto">
            <a:xfrm>
              <a:off x="289" y="2789"/>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3" name="Rectangle 59"/>
            <p:cNvSpPr>
              <a:spLocks noChangeArrowheads="1"/>
            </p:cNvSpPr>
            <p:nvPr/>
          </p:nvSpPr>
          <p:spPr bwMode="auto">
            <a:xfrm>
              <a:off x="535" y="494"/>
              <a:ext cx="56" cy="41"/>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4" name="AutoShape 60"/>
            <p:cNvSpPr>
              <a:spLocks noChangeArrowheads="1"/>
            </p:cNvSpPr>
            <p:nvPr/>
          </p:nvSpPr>
          <p:spPr bwMode="auto">
            <a:xfrm>
              <a:off x="89" y="626"/>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5" name="Rectangle 61"/>
            <p:cNvSpPr>
              <a:spLocks noChangeArrowheads="1"/>
            </p:cNvSpPr>
            <p:nvPr/>
          </p:nvSpPr>
          <p:spPr bwMode="auto">
            <a:xfrm>
              <a:off x="740" y="220"/>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6" name="AutoShape 62"/>
            <p:cNvSpPr>
              <a:spLocks noChangeArrowheads="1"/>
            </p:cNvSpPr>
            <p:nvPr/>
          </p:nvSpPr>
          <p:spPr bwMode="auto">
            <a:xfrm>
              <a:off x="1732" y="52"/>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7" name="AutoShape 63"/>
            <p:cNvSpPr>
              <a:spLocks noChangeArrowheads="1"/>
            </p:cNvSpPr>
            <p:nvPr/>
          </p:nvSpPr>
          <p:spPr bwMode="auto">
            <a:xfrm>
              <a:off x="730" y="3976"/>
              <a:ext cx="54"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8" name="Rectangle 64"/>
            <p:cNvSpPr>
              <a:spLocks noChangeArrowheads="1"/>
            </p:cNvSpPr>
            <p:nvPr/>
          </p:nvSpPr>
          <p:spPr bwMode="auto">
            <a:xfrm>
              <a:off x="256" y="724"/>
              <a:ext cx="56" cy="42"/>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69" name="AutoShape 65"/>
            <p:cNvSpPr>
              <a:spLocks noChangeArrowheads="1"/>
            </p:cNvSpPr>
            <p:nvPr/>
          </p:nvSpPr>
          <p:spPr bwMode="auto">
            <a:xfrm>
              <a:off x="312" y="338"/>
              <a:ext cx="56" cy="41"/>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0" name="Rectangle 66"/>
            <p:cNvSpPr>
              <a:spLocks noChangeArrowheads="1"/>
            </p:cNvSpPr>
            <p:nvPr/>
          </p:nvSpPr>
          <p:spPr bwMode="auto">
            <a:xfrm>
              <a:off x="953" y="76"/>
              <a:ext cx="32" cy="3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1" name="AutoShape 67"/>
            <p:cNvSpPr>
              <a:spLocks noChangeArrowheads="1"/>
            </p:cNvSpPr>
            <p:nvPr/>
          </p:nvSpPr>
          <p:spPr bwMode="auto">
            <a:xfrm>
              <a:off x="164" y="3739"/>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2" name="Rectangle 68"/>
            <p:cNvSpPr>
              <a:spLocks noChangeArrowheads="1"/>
            </p:cNvSpPr>
            <p:nvPr/>
          </p:nvSpPr>
          <p:spPr bwMode="auto">
            <a:xfrm>
              <a:off x="1344" y="974"/>
              <a:ext cx="46" cy="5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3" name="Rectangle 69"/>
            <p:cNvSpPr>
              <a:spLocks noChangeArrowheads="1"/>
            </p:cNvSpPr>
            <p:nvPr/>
          </p:nvSpPr>
          <p:spPr bwMode="auto">
            <a:xfrm>
              <a:off x="460" y="2641"/>
              <a:ext cx="25" cy="28"/>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4" name="Rectangle 70"/>
            <p:cNvSpPr>
              <a:spLocks noChangeArrowheads="1"/>
            </p:cNvSpPr>
            <p:nvPr/>
          </p:nvSpPr>
          <p:spPr bwMode="auto">
            <a:xfrm>
              <a:off x="1445" y="206"/>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5" name="AutoShape 71"/>
            <p:cNvSpPr>
              <a:spLocks noChangeArrowheads="1"/>
            </p:cNvSpPr>
            <p:nvPr/>
          </p:nvSpPr>
          <p:spPr bwMode="auto">
            <a:xfrm>
              <a:off x="786" y="1150"/>
              <a:ext cx="55" cy="43"/>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6" name="AutoShape 72"/>
            <p:cNvSpPr>
              <a:spLocks noChangeArrowheads="1"/>
            </p:cNvSpPr>
            <p:nvPr/>
          </p:nvSpPr>
          <p:spPr bwMode="auto">
            <a:xfrm>
              <a:off x="680" y="412"/>
              <a:ext cx="56" cy="42"/>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7" name="Rectangle 73"/>
            <p:cNvSpPr>
              <a:spLocks noChangeArrowheads="1"/>
            </p:cNvSpPr>
            <p:nvPr/>
          </p:nvSpPr>
          <p:spPr bwMode="auto">
            <a:xfrm>
              <a:off x="34" y="39"/>
              <a:ext cx="55" cy="41"/>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8" name="Rectangle 74"/>
            <p:cNvSpPr>
              <a:spLocks noChangeArrowheads="1"/>
            </p:cNvSpPr>
            <p:nvPr/>
          </p:nvSpPr>
          <p:spPr bwMode="auto">
            <a:xfrm>
              <a:off x="569" y="256"/>
              <a:ext cx="53" cy="6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79" name="AutoShape 75"/>
            <p:cNvSpPr>
              <a:spLocks noChangeArrowheads="1"/>
            </p:cNvSpPr>
            <p:nvPr/>
          </p:nvSpPr>
          <p:spPr bwMode="auto">
            <a:xfrm>
              <a:off x="1113" y="16"/>
              <a:ext cx="53" cy="60"/>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0" name="Rectangle 76"/>
            <p:cNvSpPr>
              <a:spLocks noChangeArrowheads="1"/>
            </p:cNvSpPr>
            <p:nvPr/>
          </p:nvSpPr>
          <p:spPr bwMode="auto">
            <a:xfrm>
              <a:off x="67" y="3946"/>
              <a:ext cx="21" cy="61"/>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1" name="Rectangle 77"/>
            <p:cNvSpPr>
              <a:spLocks noChangeArrowheads="1"/>
            </p:cNvSpPr>
            <p:nvPr/>
          </p:nvSpPr>
          <p:spPr bwMode="auto">
            <a:xfrm>
              <a:off x="1243" y="3820"/>
              <a:ext cx="14" cy="46"/>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9582" name="Group 78"/>
            <p:cNvGrpSpPr>
              <a:grpSpLocks/>
            </p:cNvGrpSpPr>
            <p:nvPr/>
          </p:nvGrpSpPr>
          <p:grpSpPr bwMode="auto">
            <a:xfrm>
              <a:off x="28" y="3990"/>
              <a:ext cx="1855" cy="322"/>
              <a:chOff x="28" y="3990"/>
              <a:chExt cx="1855" cy="322"/>
            </a:xfrm>
          </p:grpSpPr>
          <p:sp>
            <p:nvSpPr>
              <p:cNvPr id="149583" name="Rectangle 79"/>
              <p:cNvSpPr>
                <a:spLocks noChangeArrowheads="1"/>
              </p:cNvSpPr>
              <p:nvPr/>
            </p:nvSpPr>
            <p:spPr bwMode="auto">
              <a:xfrm>
                <a:off x="989" y="4242"/>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4" name="Rectangle 80"/>
              <p:cNvSpPr>
                <a:spLocks noChangeArrowheads="1"/>
              </p:cNvSpPr>
              <p:nvPr/>
            </p:nvSpPr>
            <p:spPr bwMode="auto">
              <a:xfrm>
                <a:off x="627" y="4206"/>
                <a:ext cx="54"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5" name="AutoShape 81"/>
              <p:cNvSpPr>
                <a:spLocks noChangeArrowheads="1"/>
              </p:cNvSpPr>
              <p:nvPr/>
            </p:nvSpPr>
            <p:spPr bwMode="auto">
              <a:xfrm>
                <a:off x="1423"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6" name="AutoShape 82"/>
              <p:cNvSpPr>
                <a:spLocks noChangeArrowheads="1"/>
              </p:cNvSpPr>
              <p:nvPr/>
            </p:nvSpPr>
            <p:spPr bwMode="auto">
              <a:xfrm>
                <a:off x="84"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7" name="Rectangle 83"/>
              <p:cNvSpPr>
                <a:spLocks noChangeArrowheads="1"/>
              </p:cNvSpPr>
              <p:nvPr/>
            </p:nvSpPr>
            <p:spPr bwMode="auto">
              <a:xfrm>
                <a:off x="1501" y="4206"/>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8" name="Rectangle 84"/>
              <p:cNvSpPr>
                <a:spLocks noChangeArrowheads="1"/>
              </p:cNvSpPr>
              <p:nvPr/>
            </p:nvSpPr>
            <p:spPr bwMode="auto">
              <a:xfrm>
                <a:off x="395" y="4048"/>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89" name="Rectangle 85"/>
              <p:cNvSpPr>
                <a:spLocks noChangeArrowheads="1"/>
              </p:cNvSpPr>
              <p:nvPr/>
            </p:nvSpPr>
            <p:spPr bwMode="auto">
              <a:xfrm>
                <a:off x="789" y="4180"/>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0" name="Rectangle 86"/>
              <p:cNvSpPr>
                <a:spLocks noChangeArrowheads="1"/>
              </p:cNvSpPr>
              <p:nvPr/>
            </p:nvSpPr>
            <p:spPr bwMode="auto">
              <a:xfrm>
                <a:off x="949" y="4192"/>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1" name="AutoShape 87"/>
              <p:cNvSpPr>
                <a:spLocks noChangeArrowheads="1"/>
              </p:cNvSpPr>
              <p:nvPr/>
            </p:nvSpPr>
            <p:spPr bwMode="auto">
              <a:xfrm>
                <a:off x="285" y="4269"/>
                <a:ext cx="55"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2" name="Rectangle 88"/>
              <p:cNvSpPr>
                <a:spLocks noChangeArrowheads="1"/>
              </p:cNvSpPr>
              <p:nvPr/>
            </p:nvSpPr>
            <p:spPr bwMode="auto">
              <a:xfrm>
                <a:off x="1664" y="4180"/>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3" name="AutoShape 89"/>
              <p:cNvSpPr>
                <a:spLocks noChangeArrowheads="1"/>
              </p:cNvSpPr>
              <p:nvPr/>
            </p:nvSpPr>
            <p:spPr bwMode="auto">
              <a:xfrm>
                <a:off x="686" y="4228"/>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4" name="AutoShape 90"/>
              <p:cNvSpPr>
                <a:spLocks noChangeArrowheads="1"/>
              </p:cNvSpPr>
              <p:nvPr/>
            </p:nvSpPr>
            <p:spPr bwMode="auto">
              <a:xfrm>
                <a:off x="857"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5" name="AutoShape 91"/>
              <p:cNvSpPr>
                <a:spLocks noChangeArrowheads="1"/>
              </p:cNvSpPr>
              <p:nvPr/>
            </p:nvSpPr>
            <p:spPr bwMode="auto">
              <a:xfrm>
                <a:off x="28" y="4255"/>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6" name="AutoShape 92"/>
              <p:cNvSpPr>
                <a:spLocks noChangeArrowheads="1"/>
              </p:cNvSpPr>
              <p:nvPr/>
            </p:nvSpPr>
            <p:spPr bwMode="auto">
              <a:xfrm>
                <a:off x="516" y="4204"/>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7" name="AutoShape 93"/>
              <p:cNvSpPr>
                <a:spLocks noChangeArrowheads="1"/>
              </p:cNvSpPr>
              <p:nvPr/>
            </p:nvSpPr>
            <p:spPr bwMode="auto">
              <a:xfrm>
                <a:off x="1065" y="4242"/>
                <a:ext cx="73" cy="7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8" name="AutoShape 94"/>
              <p:cNvSpPr>
                <a:spLocks noChangeArrowheads="1"/>
              </p:cNvSpPr>
              <p:nvPr/>
            </p:nvSpPr>
            <p:spPr bwMode="auto">
              <a:xfrm>
                <a:off x="1230" y="4252"/>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599" name="AutoShape 95"/>
              <p:cNvSpPr>
                <a:spLocks noChangeArrowheads="1"/>
              </p:cNvSpPr>
              <p:nvPr/>
            </p:nvSpPr>
            <p:spPr bwMode="auto">
              <a:xfrm>
                <a:off x="1196" y="4130"/>
                <a:ext cx="51"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0" name="AutoShape 96"/>
              <p:cNvSpPr>
                <a:spLocks noChangeArrowheads="1"/>
              </p:cNvSpPr>
              <p:nvPr/>
            </p:nvSpPr>
            <p:spPr bwMode="auto">
              <a:xfrm>
                <a:off x="215" y="4157"/>
                <a:ext cx="72"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1" name="AutoShape 97"/>
              <p:cNvSpPr>
                <a:spLocks noChangeArrowheads="1"/>
              </p:cNvSpPr>
              <p:nvPr/>
            </p:nvSpPr>
            <p:spPr bwMode="auto">
              <a:xfrm>
                <a:off x="1561" y="422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2" name="AutoShape 98"/>
              <p:cNvSpPr>
                <a:spLocks noChangeArrowheads="1"/>
              </p:cNvSpPr>
              <p:nvPr/>
            </p:nvSpPr>
            <p:spPr bwMode="auto">
              <a:xfrm>
                <a:off x="1732"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3" name="AutoShape 99"/>
              <p:cNvSpPr>
                <a:spLocks noChangeArrowheads="1"/>
              </p:cNvSpPr>
              <p:nvPr/>
            </p:nvSpPr>
            <p:spPr bwMode="auto">
              <a:xfrm>
                <a:off x="1390" y="4204"/>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4" name="AutoShape 100"/>
              <p:cNvSpPr>
                <a:spLocks noChangeArrowheads="1"/>
              </p:cNvSpPr>
              <p:nvPr/>
            </p:nvSpPr>
            <p:spPr bwMode="auto">
              <a:xfrm>
                <a:off x="434" y="4248"/>
                <a:ext cx="50" cy="46"/>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5" name="AutoShape 101"/>
              <p:cNvSpPr>
                <a:spLocks noChangeArrowheads="1"/>
              </p:cNvSpPr>
              <p:nvPr/>
            </p:nvSpPr>
            <p:spPr bwMode="auto">
              <a:xfrm>
                <a:off x="156" y="3990"/>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6" name="AutoShape 102"/>
              <p:cNvSpPr>
                <a:spLocks noChangeArrowheads="1"/>
              </p:cNvSpPr>
              <p:nvPr/>
            </p:nvSpPr>
            <p:spPr bwMode="auto">
              <a:xfrm>
                <a:off x="1330" y="4092"/>
                <a:ext cx="50"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7" name="AutoShape 103"/>
              <p:cNvSpPr>
                <a:spLocks noChangeArrowheads="1"/>
              </p:cNvSpPr>
              <p:nvPr/>
            </p:nvSpPr>
            <p:spPr bwMode="auto">
              <a:xfrm>
                <a:off x="540" y="4152"/>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8" name="AutoShape 104"/>
              <p:cNvSpPr>
                <a:spLocks noChangeArrowheads="1"/>
              </p:cNvSpPr>
              <p:nvPr/>
            </p:nvSpPr>
            <p:spPr bwMode="auto">
              <a:xfrm>
                <a:off x="878" y="4060"/>
                <a:ext cx="54"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09" name="AutoShape 105"/>
              <p:cNvSpPr>
                <a:spLocks noChangeArrowheads="1"/>
              </p:cNvSpPr>
              <p:nvPr/>
            </p:nvSpPr>
            <p:spPr bwMode="auto">
              <a:xfrm>
                <a:off x="1324" y="4229"/>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0" name="AutoShape 106"/>
              <p:cNvSpPr>
                <a:spLocks noChangeArrowheads="1"/>
              </p:cNvSpPr>
              <p:nvPr/>
            </p:nvSpPr>
            <p:spPr bwMode="auto">
              <a:xfrm>
                <a:off x="94" y="4184"/>
                <a:ext cx="33" cy="66"/>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1" name="AutoShape 107"/>
              <p:cNvSpPr>
                <a:spLocks noChangeArrowheads="1"/>
              </p:cNvSpPr>
              <p:nvPr/>
            </p:nvSpPr>
            <p:spPr bwMode="auto">
              <a:xfrm>
                <a:off x="1753" y="4060"/>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2" name="AutoShape 108"/>
              <p:cNvSpPr>
                <a:spLocks noChangeArrowheads="1"/>
              </p:cNvSpPr>
              <p:nvPr/>
            </p:nvSpPr>
            <p:spPr bwMode="auto">
              <a:xfrm>
                <a:off x="900" y="4216"/>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3" name="AutoShape 109"/>
              <p:cNvSpPr>
                <a:spLocks noChangeArrowheads="1"/>
              </p:cNvSpPr>
              <p:nvPr/>
            </p:nvSpPr>
            <p:spPr bwMode="auto">
              <a:xfrm>
                <a:off x="627" y="4253"/>
                <a:ext cx="50"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4" name="AutoShape 110"/>
              <p:cNvSpPr>
                <a:spLocks noChangeArrowheads="1"/>
              </p:cNvSpPr>
              <p:nvPr/>
            </p:nvSpPr>
            <p:spPr bwMode="auto">
              <a:xfrm>
                <a:off x="292" y="4207"/>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5" name="AutoShape 111"/>
              <p:cNvSpPr>
                <a:spLocks noChangeArrowheads="1"/>
              </p:cNvSpPr>
              <p:nvPr/>
            </p:nvSpPr>
            <p:spPr bwMode="auto">
              <a:xfrm>
                <a:off x="84" y="4090"/>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6" name="AutoShape 112"/>
              <p:cNvSpPr>
                <a:spLocks noChangeArrowheads="1"/>
              </p:cNvSpPr>
              <p:nvPr/>
            </p:nvSpPr>
            <p:spPr bwMode="auto">
              <a:xfrm>
                <a:off x="1828" y="4269"/>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7" name="AutoShape 113"/>
              <p:cNvSpPr>
                <a:spLocks noChangeArrowheads="1"/>
              </p:cNvSpPr>
              <p:nvPr/>
            </p:nvSpPr>
            <p:spPr bwMode="auto">
              <a:xfrm>
                <a:off x="1501" y="4253"/>
                <a:ext cx="51"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8" name="Rectangle 114"/>
              <p:cNvSpPr>
                <a:spLocks noChangeArrowheads="1"/>
              </p:cNvSpPr>
              <p:nvPr/>
            </p:nvSpPr>
            <p:spPr bwMode="auto">
              <a:xfrm>
                <a:off x="757"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19" name="Rectangle 115"/>
              <p:cNvSpPr>
                <a:spLocks noChangeArrowheads="1"/>
              </p:cNvSpPr>
              <p:nvPr/>
            </p:nvSpPr>
            <p:spPr bwMode="auto">
              <a:xfrm>
                <a:off x="635" y="4112"/>
                <a:ext cx="35"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0" name="Rectangle 116"/>
              <p:cNvSpPr>
                <a:spLocks noChangeArrowheads="1"/>
              </p:cNvSpPr>
              <p:nvPr/>
            </p:nvSpPr>
            <p:spPr bwMode="auto">
              <a:xfrm>
                <a:off x="1153" y="4243"/>
                <a:ext cx="53" cy="43"/>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1" name="Rectangle 117"/>
              <p:cNvSpPr>
                <a:spLocks noChangeArrowheads="1"/>
              </p:cNvSpPr>
              <p:nvPr/>
            </p:nvSpPr>
            <p:spPr bwMode="auto">
              <a:xfrm>
                <a:off x="197" y="4258"/>
                <a:ext cx="47" cy="3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2" name="Rectangle 118"/>
              <p:cNvSpPr>
                <a:spLocks noChangeArrowheads="1"/>
              </p:cNvSpPr>
              <p:nvPr/>
            </p:nvSpPr>
            <p:spPr bwMode="auto">
              <a:xfrm>
                <a:off x="1632"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3" name="Rectangle 119"/>
              <p:cNvSpPr>
                <a:spLocks noChangeArrowheads="1"/>
              </p:cNvSpPr>
              <p:nvPr/>
            </p:nvSpPr>
            <p:spPr bwMode="auto">
              <a:xfrm>
                <a:off x="1509" y="4112"/>
                <a:ext cx="36"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9624" name="Rectangle 120"/>
            <p:cNvSpPr>
              <a:spLocks noChangeArrowheads="1"/>
            </p:cNvSpPr>
            <p:nvPr/>
          </p:nvSpPr>
          <p:spPr bwMode="auto">
            <a:xfrm>
              <a:off x="785" y="626"/>
              <a:ext cx="43"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5" name="AutoShape 121"/>
            <p:cNvSpPr>
              <a:spLocks noChangeArrowheads="1"/>
            </p:cNvSpPr>
            <p:nvPr/>
          </p:nvSpPr>
          <p:spPr bwMode="auto">
            <a:xfrm>
              <a:off x="2854" y="868"/>
              <a:ext cx="54" cy="6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6" name="Rectangle 122"/>
            <p:cNvSpPr>
              <a:spLocks noChangeArrowheads="1"/>
            </p:cNvSpPr>
            <p:nvPr/>
          </p:nvSpPr>
          <p:spPr bwMode="auto">
            <a:xfrm>
              <a:off x="3137" y="628"/>
              <a:ext cx="16" cy="16"/>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7" name="AutoShape 123"/>
            <p:cNvSpPr>
              <a:spLocks noChangeArrowheads="1"/>
            </p:cNvSpPr>
            <p:nvPr/>
          </p:nvSpPr>
          <p:spPr bwMode="auto">
            <a:xfrm>
              <a:off x="2084" y="18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8" name="AutoShape 124"/>
            <p:cNvSpPr>
              <a:spLocks noChangeArrowheads="1"/>
            </p:cNvSpPr>
            <p:nvPr/>
          </p:nvSpPr>
          <p:spPr bwMode="auto">
            <a:xfrm>
              <a:off x="3103" y="1008"/>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29" name="Rectangle 125"/>
            <p:cNvSpPr>
              <a:spLocks noChangeArrowheads="1"/>
            </p:cNvSpPr>
            <p:nvPr/>
          </p:nvSpPr>
          <p:spPr bwMode="auto">
            <a:xfrm>
              <a:off x="2657" y="73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0" name="AutoShape 126"/>
            <p:cNvSpPr>
              <a:spLocks noChangeArrowheads="1"/>
            </p:cNvSpPr>
            <p:nvPr/>
          </p:nvSpPr>
          <p:spPr bwMode="auto">
            <a:xfrm>
              <a:off x="2669" y="1023"/>
              <a:ext cx="54"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1" name="Rectangle 127"/>
            <p:cNvSpPr>
              <a:spLocks noChangeArrowheads="1"/>
            </p:cNvSpPr>
            <p:nvPr/>
          </p:nvSpPr>
          <p:spPr bwMode="auto">
            <a:xfrm>
              <a:off x="2308" y="1068"/>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2" name="Rectangle 128"/>
            <p:cNvSpPr>
              <a:spLocks noChangeArrowheads="1"/>
            </p:cNvSpPr>
            <p:nvPr/>
          </p:nvSpPr>
          <p:spPr bwMode="auto">
            <a:xfrm>
              <a:off x="2191" y="913"/>
              <a:ext cx="1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3" name="Rectangle 129"/>
            <p:cNvSpPr>
              <a:spLocks noChangeArrowheads="1"/>
            </p:cNvSpPr>
            <p:nvPr/>
          </p:nvSpPr>
          <p:spPr bwMode="auto">
            <a:xfrm>
              <a:off x="2123" y="424"/>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4" name="Rectangle 130"/>
            <p:cNvSpPr>
              <a:spLocks noChangeArrowheads="1"/>
            </p:cNvSpPr>
            <p:nvPr/>
          </p:nvSpPr>
          <p:spPr bwMode="auto">
            <a:xfrm>
              <a:off x="3131" y="37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5" name="AutoShape 131"/>
            <p:cNvSpPr>
              <a:spLocks noChangeArrowheads="1"/>
            </p:cNvSpPr>
            <p:nvPr/>
          </p:nvSpPr>
          <p:spPr bwMode="auto">
            <a:xfrm>
              <a:off x="2977" y="68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6" name="Rectangle 132"/>
            <p:cNvSpPr>
              <a:spLocks noChangeArrowheads="1"/>
            </p:cNvSpPr>
            <p:nvPr/>
          </p:nvSpPr>
          <p:spPr bwMode="auto">
            <a:xfrm>
              <a:off x="2195" y="244"/>
              <a:ext cx="56" cy="41"/>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7" name="Rectangle 133"/>
            <p:cNvSpPr>
              <a:spLocks noChangeArrowheads="1"/>
            </p:cNvSpPr>
            <p:nvPr/>
          </p:nvSpPr>
          <p:spPr bwMode="auto">
            <a:xfrm>
              <a:off x="2460" y="246"/>
              <a:ext cx="24" cy="17"/>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8" name="AutoShape 134"/>
            <p:cNvSpPr>
              <a:spLocks noChangeArrowheads="1"/>
            </p:cNvSpPr>
            <p:nvPr/>
          </p:nvSpPr>
          <p:spPr bwMode="auto">
            <a:xfrm>
              <a:off x="2516" y="787"/>
              <a:ext cx="55" cy="41"/>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39" name="AutoShape 135"/>
            <p:cNvSpPr>
              <a:spLocks noChangeArrowheads="1"/>
            </p:cNvSpPr>
            <p:nvPr/>
          </p:nvSpPr>
          <p:spPr bwMode="auto">
            <a:xfrm>
              <a:off x="2360" y="899"/>
              <a:ext cx="56" cy="4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0" name="AutoShape 136"/>
            <p:cNvSpPr>
              <a:spLocks noChangeArrowheads="1"/>
            </p:cNvSpPr>
            <p:nvPr/>
          </p:nvSpPr>
          <p:spPr bwMode="auto">
            <a:xfrm>
              <a:off x="2050" y="395"/>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1" name="AutoShape 137"/>
            <p:cNvSpPr>
              <a:spLocks noChangeArrowheads="1"/>
            </p:cNvSpPr>
            <p:nvPr/>
          </p:nvSpPr>
          <p:spPr bwMode="auto">
            <a:xfrm>
              <a:off x="2958" y="196"/>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2" name="AutoShape 138"/>
            <p:cNvSpPr>
              <a:spLocks noChangeArrowheads="1"/>
            </p:cNvSpPr>
            <p:nvPr/>
          </p:nvSpPr>
          <p:spPr bwMode="auto">
            <a:xfrm>
              <a:off x="3129" y="22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3" name="AutoShape 139"/>
            <p:cNvSpPr>
              <a:spLocks noChangeArrowheads="1"/>
            </p:cNvSpPr>
            <p:nvPr/>
          </p:nvSpPr>
          <p:spPr bwMode="auto">
            <a:xfrm>
              <a:off x="2051" y="862"/>
              <a:ext cx="54"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4" name="AutoShape 140"/>
            <p:cNvSpPr>
              <a:spLocks noChangeArrowheads="1"/>
            </p:cNvSpPr>
            <p:nvPr/>
          </p:nvSpPr>
          <p:spPr bwMode="auto">
            <a:xfrm>
              <a:off x="2512" y="940"/>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5" name="Rectangle 141"/>
            <p:cNvSpPr>
              <a:spLocks noChangeArrowheads="1"/>
            </p:cNvSpPr>
            <p:nvPr/>
          </p:nvSpPr>
          <p:spPr bwMode="auto">
            <a:xfrm>
              <a:off x="2343" y="442"/>
              <a:ext cx="55" cy="4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6" name="AutoShape 142"/>
            <p:cNvSpPr>
              <a:spLocks noChangeArrowheads="1"/>
            </p:cNvSpPr>
            <p:nvPr/>
          </p:nvSpPr>
          <p:spPr bwMode="auto">
            <a:xfrm>
              <a:off x="2430" y="612"/>
              <a:ext cx="56"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7" name="AutoShape 143"/>
            <p:cNvSpPr>
              <a:spLocks noChangeArrowheads="1"/>
            </p:cNvSpPr>
            <p:nvPr/>
          </p:nvSpPr>
          <p:spPr bwMode="auto">
            <a:xfrm>
              <a:off x="2884"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8" name="Rectangle 144"/>
            <p:cNvSpPr>
              <a:spLocks noChangeArrowheads="1"/>
            </p:cNvSpPr>
            <p:nvPr/>
          </p:nvSpPr>
          <p:spPr bwMode="auto">
            <a:xfrm>
              <a:off x="2551" y="494"/>
              <a:ext cx="56" cy="41"/>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49" name="AutoShape 145"/>
            <p:cNvSpPr>
              <a:spLocks noChangeArrowheads="1"/>
            </p:cNvSpPr>
            <p:nvPr/>
          </p:nvSpPr>
          <p:spPr bwMode="auto">
            <a:xfrm>
              <a:off x="2105" y="626"/>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0" name="Rectangle 146"/>
            <p:cNvSpPr>
              <a:spLocks noChangeArrowheads="1"/>
            </p:cNvSpPr>
            <p:nvPr/>
          </p:nvSpPr>
          <p:spPr bwMode="auto">
            <a:xfrm>
              <a:off x="2756" y="220"/>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1" name="Rectangle 147"/>
            <p:cNvSpPr>
              <a:spLocks noChangeArrowheads="1"/>
            </p:cNvSpPr>
            <p:nvPr/>
          </p:nvSpPr>
          <p:spPr bwMode="auto">
            <a:xfrm>
              <a:off x="2272" y="724"/>
              <a:ext cx="56" cy="42"/>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2" name="AutoShape 148"/>
            <p:cNvSpPr>
              <a:spLocks noChangeArrowheads="1"/>
            </p:cNvSpPr>
            <p:nvPr/>
          </p:nvSpPr>
          <p:spPr bwMode="auto">
            <a:xfrm>
              <a:off x="2328" y="338"/>
              <a:ext cx="56" cy="41"/>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3" name="AutoShape 149"/>
            <p:cNvSpPr>
              <a:spLocks noChangeArrowheads="1"/>
            </p:cNvSpPr>
            <p:nvPr/>
          </p:nvSpPr>
          <p:spPr bwMode="auto">
            <a:xfrm>
              <a:off x="2696" y="412"/>
              <a:ext cx="56" cy="42"/>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4" name="Rectangle 150"/>
            <p:cNvSpPr>
              <a:spLocks noChangeArrowheads="1"/>
            </p:cNvSpPr>
            <p:nvPr/>
          </p:nvSpPr>
          <p:spPr bwMode="auto">
            <a:xfrm>
              <a:off x="2585" y="256"/>
              <a:ext cx="53" cy="6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5" name="Rectangle 151"/>
            <p:cNvSpPr>
              <a:spLocks noChangeArrowheads="1"/>
            </p:cNvSpPr>
            <p:nvPr/>
          </p:nvSpPr>
          <p:spPr bwMode="auto">
            <a:xfrm>
              <a:off x="2801" y="626"/>
              <a:ext cx="43"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6" name="AutoShape 152"/>
            <p:cNvSpPr>
              <a:spLocks noChangeArrowheads="1"/>
            </p:cNvSpPr>
            <p:nvPr/>
          </p:nvSpPr>
          <p:spPr bwMode="auto">
            <a:xfrm>
              <a:off x="1561" y="796"/>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7" name="Rectangle 153"/>
            <p:cNvSpPr>
              <a:spLocks noChangeArrowheads="1"/>
            </p:cNvSpPr>
            <p:nvPr/>
          </p:nvSpPr>
          <p:spPr bwMode="auto">
            <a:xfrm>
              <a:off x="1646" y="1012"/>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8" name="Rectangle 154"/>
            <p:cNvSpPr>
              <a:spLocks noChangeArrowheads="1"/>
            </p:cNvSpPr>
            <p:nvPr/>
          </p:nvSpPr>
          <p:spPr bwMode="auto">
            <a:xfrm>
              <a:off x="1849" y="916"/>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59" name="AutoShape 155"/>
            <p:cNvSpPr>
              <a:spLocks noChangeArrowheads="1"/>
            </p:cNvSpPr>
            <p:nvPr/>
          </p:nvSpPr>
          <p:spPr bwMode="auto">
            <a:xfrm>
              <a:off x="1540" y="920"/>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0" name="AutoShape 156"/>
            <p:cNvSpPr>
              <a:spLocks noChangeArrowheads="1"/>
            </p:cNvSpPr>
            <p:nvPr/>
          </p:nvSpPr>
          <p:spPr bwMode="auto">
            <a:xfrm>
              <a:off x="1764" y="110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1" name="AutoShape 157"/>
            <p:cNvSpPr>
              <a:spLocks noChangeArrowheads="1"/>
            </p:cNvSpPr>
            <p:nvPr/>
          </p:nvSpPr>
          <p:spPr bwMode="auto">
            <a:xfrm>
              <a:off x="1785" y="736"/>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2" name="Rectangle 158"/>
            <p:cNvSpPr>
              <a:spLocks noChangeArrowheads="1"/>
            </p:cNvSpPr>
            <p:nvPr/>
          </p:nvSpPr>
          <p:spPr bwMode="auto">
            <a:xfrm>
              <a:off x="1733" y="926"/>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3" name="Rectangle 159"/>
            <p:cNvSpPr>
              <a:spLocks noChangeArrowheads="1"/>
            </p:cNvSpPr>
            <p:nvPr/>
          </p:nvSpPr>
          <p:spPr bwMode="auto">
            <a:xfrm>
              <a:off x="1844" y="508"/>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4" name="Rectangle 160"/>
            <p:cNvSpPr>
              <a:spLocks noChangeArrowheads="1"/>
            </p:cNvSpPr>
            <p:nvPr/>
          </p:nvSpPr>
          <p:spPr bwMode="auto">
            <a:xfrm>
              <a:off x="2452" y="12"/>
              <a:ext cx="53" cy="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5" name="AutoShape 161"/>
            <p:cNvSpPr>
              <a:spLocks noChangeArrowheads="1"/>
            </p:cNvSpPr>
            <p:nvPr/>
          </p:nvSpPr>
          <p:spPr bwMode="auto">
            <a:xfrm>
              <a:off x="2313" y="139"/>
              <a:ext cx="56" cy="41"/>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6" name="AutoShape 162"/>
            <p:cNvSpPr>
              <a:spLocks noChangeArrowheads="1"/>
            </p:cNvSpPr>
            <p:nvPr/>
          </p:nvSpPr>
          <p:spPr bwMode="auto">
            <a:xfrm>
              <a:off x="2953" y="60"/>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7" name="AutoShape 163"/>
            <p:cNvSpPr>
              <a:spLocks noChangeArrowheads="1"/>
            </p:cNvSpPr>
            <p:nvPr/>
          </p:nvSpPr>
          <p:spPr bwMode="auto">
            <a:xfrm>
              <a:off x="2546" y="94"/>
              <a:ext cx="50"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8" name="AutoShape 164"/>
            <p:cNvSpPr>
              <a:spLocks noChangeArrowheads="1"/>
            </p:cNvSpPr>
            <p:nvPr/>
          </p:nvSpPr>
          <p:spPr bwMode="auto">
            <a:xfrm>
              <a:off x="2251" y="30"/>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69" name="Rectangle 165"/>
            <p:cNvSpPr>
              <a:spLocks noChangeArrowheads="1"/>
            </p:cNvSpPr>
            <p:nvPr/>
          </p:nvSpPr>
          <p:spPr bwMode="auto">
            <a:xfrm>
              <a:off x="2633" y="60"/>
              <a:ext cx="32" cy="3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0" name="AutoShape 166"/>
            <p:cNvSpPr>
              <a:spLocks noChangeArrowheads="1"/>
            </p:cNvSpPr>
            <p:nvPr/>
          </p:nvSpPr>
          <p:spPr bwMode="auto">
            <a:xfrm>
              <a:off x="2793" y="0"/>
              <a:ext cx="53" cy="60"/>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1" name="Rectangle 167"/>
            <p:cNvSpPr>
              <a:spLocks noChangeArrowheads="1"/>
            </p:cNvSpPr>
            <p:nvPr/>
          </p:nvSpPr>
          <p:spPr bwMode="auto">
            <a:xfrm>
              <a:off x="3329" y="628"/>
              <a:ext cx="16" cy="16"/>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2" name="AutoShape 168"/>
            <p:cNvSpPr>
              <a:spLocks noChangeArrowheads="1"/>
            </p:cNvSpPr>
            <p:nvPr/>
          </p:nvSpPr>
          <p:spPr bwMode="auto">
            <a:xfrm>
              <a:off x="4235" y="6"/>
              <a:ext cx="50" cy="59"/>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3" name="Rectangle 169"/>
            <p:cNvSpPr>
              <a:spLocks noChangeArrowheads="1"/>
            </p:cNvSpPr>
            <p:nvPr/>
          </p:nvSpPr>
          <p:spPr bwMode="auto">
            <a:xfrm>
              <a:off x="3948" y="290"/>
              <a:ext cx="46" cy="5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4" name="AutoShape 170"/>
            <p:cNvSpPr>
              <a:spLocks noChangeArrowheads="1"/>
            </p:cNvSpPr>
            <p:nvPr/>
          </p:nvSpPr>
          <p:spPr bwMode="auto">
            <a:xfrm>
              <a:off x="3295" y="1008"/>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5" name="Rectangle 171"/>
            <p:cNvSpPr>
              <a:spLocks noChangeArrowheads="1"/>
            </p:cNvSpPr>
            <p:nvPr/>
          </p:nvSpPr>
          <p:spPr bwMode="auto">
            <a:xfrm>
              <a:off x="4076" y="194"/>
              <a:ext cx="51" cy="59"/>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6" name="AutoShape 172"/>
            <p:cNvSpPr>
              <a:spLocks noChangeArrowheads="1"/>
            </p:cNvSpPr>
            <p:nvPr/>
          </p:nvSpPr>
          <p:spPr bwMode="auto">
            <a:xfrm>
              <a:off x="3481" y="76"/>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7" name="Rectangle 173"/>
            <p:cNvSpPr>
              <a:spLocks noChangeArrowheads="1"/>
            </p:cNvSpPr>
            <p:nvPr/>
          </p:nvSpPr>
          <p:spPr bwMode="auto">
            <a:xfrm>
              <a:off x="3323" y="37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8" name="AutoShape 174"/>
            <p:cNvSpPr>
              <a:spLocks noChangeArrowheads="1"/>
            </p:cNvSpPr>
            <p:nvPr/>
          </p:nvSpPr>
          <p:spPr bwMode="auto">
            <a:xfrm>
              <a:off x="3420" y="759"/>
              <a:ext cx="54" cy="43"/>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79" name="Rectangle 175"/>
            <p:cNvSpPr>
              <a:spLocks noChangeArrowheads="1"/>
            </p:cNvSpPr>
            <p:nvPr/>
          </p:nvSpPr>
          <p:spPr bwMode="auto">
            <a:xfrm>
              <a:off x="3782" y="611"/>
              <a:ext cx="56" cy="42"/>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0" name="Rectangle 176"/>
            <p:cNvSpPr>
              <a:spLocks noChangeArrowheads="1"/>
            </p:cNvSpPr>
            <p:nvPr/>
          </p:nvSpPr>
          <p:spPr bwMode="auto">
            <a:xfrm>
              <a:off x="3446" y="496"/>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1" name="Rectangle 177"/>
            <p:cNvSpPr>
              <a:spLocks noChangeArrowheads="1"/>
            </p:cNvSpPr>
            <p:nvPr/>
          </p:nvSpPr>
          <p:spPr bwMode="auto">
            <a:xfrm>
              <a:off x="3566" y="292"/>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2" name="Rectangle 178"/>
            <p:cNvSpPr>
              <a:spLocks noChangeArrowheads="1"/>
            </p:cNvSpPr>
            <p:nvPr/>
          </p:nvSpPr>
          <p:spPr bwMode="auto">
            <a:xfrm>
              <a:off x="3769" y="196"/>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3" name="AutoShape 179"/>
            <p:cNvSpPr>
              <a:spLocks noChangeArrowheads="1"/>
            </p:cNvSpPr>
            <p:nvPr/>
          </p:nvSpPr>
          <p:spPr bwMode="auto">
            <a:xfrm>
              <a:off x="3321" y="22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4" name="AutoShape 180"/>
            <p:cNvSpPr>
              <a:spLocks noChangeArrowheads="1"/>
            </p:cNvSpPr>
            <p:nvPr/>
          </p:nvSpPr>
          <p:spPr bwMode="auto">
            <a:xfrm>
              <a:off x="3564" y="592"/>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5" name="AutoShape 181"/>
            <p:cNvSpPr>
              <a:spLocks noChangeArrowheads="1"/>
            </p:cNvSpPr>
            <p:nvPr/>
          </p:nvSpPr>
          <p:spPr bwMode="auto">
            <a:xfrm>
              <a:off x="3460" y="200"/>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6" name="AutoShape 182"/>
            <p:cNvSpPr>
              <a:spLocks noChangeArrowheads="1"/>
            </p:cNvSpPr>
            <p:nvPr/>
          </p:nvSpPr>
          <p:spPr bwMode="auto">
            <a:xfrm>
              <a:off x="3684"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7" name="AutoShape 183"/>
            <p:cNvSpPr>
              <a:spLocks noChangeArrowheads="1"/>
            </p:cNvSpPr>
            <p:nvPr/>
          </p:nvSpPr>
          <p:spPr bwMode="auto">
            <a:xfrm>
              <a:off x="3705" y="16"/>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8" name="AutoShape 184"/>
            <p:cNvSpPr>
              <a:spLocks noChangeArrowheads="1"/>
            </p:cNvSpPr>
            <p:nvPr/>
          </p:nvSpPr>
          <p:spPr bwMode="auto">
            <a:xfrm>
              <a:off x="3940" y="52"/>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89" name="Rectangle 185"/>
            <p:cNvSpPr>
              <a:spLocks noChangeArrowheads="1"/>
            </p:cNvSpPr>
            <p:nvPr/>
          </p:nvSpPr>
          <p:spPr bwMode="auto">
            <a:xfrm>
              <a:off x="3552" y="974"/>
              <a:ext cx="46" cy="5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0" name="Rectangle 186"/>
            <p:cNvSpPr>
              <a:spLocks noChangeArrowheads="1"/>
            </p:cNvSpPr>
            <p:nvPr/>
          </p:nvSpPr>
          <p:spPr bwMode="auto">
            <a:xfrm>
              <a:off x="3653" y="206"/>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1" name="AutoShape 187"/>
            <p:cNvSpPr>
              <a:spLocks noChangeArrowheads="1"/>
            </p:cNvSpPr>
            <p:nvPr/>
          </p:nvSpPr>
          <p:spPr bwMode="auto">
            <a:xfrm>
              <a:off x="3321" y="16"/>
              <a:ext cx="53" cy="60"/>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2" name="AutoShape 188"/>
            <p:cNvSpPr>
              <a:spLocks noChangeArrowheads="1"/>
            </p:cNvSpPr>
            <p:nvPr/>
          </p:nvSpPr>
          <p:spPr bwMode="auto">
            <a:xfrm>
              <a:off x="5062" y="868"/>
              <a:ext cx="54" cy="6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3" name="Rectangle 189"/>
            <p:cNvSpPr>
              <a:spLocks noChangeArrowheads="1"/>
            </p:cNvSpPr>
            <p:nvPr/>
          </p:nvSpPr>
          <p:spPr bwMode="auto">
            <a:xfrm>
              <a:off x="5585" y="1444"/>
              <a:ext cx="16" cy="16"/>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4" name="AutoShape 190"/>
            <p:cNvSpPr>
              <a:spLocks noChangeArrowheads="1"/>
            </p:cNvSpPr>
            <p:nvPr/>
          </p:nvSpPr>
          <p:spPr bwMode="auto">
            <a:xfrm>
              <a:off x="4292" y="18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5" name="AutoShape 191"/>
            <p:cNvSpPr>
              <a:spLocks noChangeArrowheads="1"/>
            </p:cNvSpPr>
            <p:nvPr/>
          </p:nvSpPr>
          <p:spPr bwMode="auto">
            <a:xfrm>
              <a:off x="5311" y="1008"/>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6" name="Rectangle 192"/>
            <p:cNvSpPr>
              <a:spLocks noChangeArrowheads="1"/>
            </p:cNvSpPr>
            <p:nvPr/>
          </p:nvSpPr>
          <p:spPr bwMode="auto">
            <a:xfrm>
              <a:off x="4865" y="73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7" name="AutoShape 193"/>
            <p:cNvSpPr>
              <a:spLocks noChangeArrowheads="1"/>
            </p:cNvSpPr>
            <p:nvPr/>
          </p:nvSpPr>
          <p:spPr bwMode="auto">
            <a:xfrm>
              <a:off x="4877" y="1023"/>
              <a:ext cx="54"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8" name="Rectangle 194"/>
            <p:cNvSpPr>
              <a:spLocks noChangeArrowheads="1"/>
            </p:cNvSpPr>
            <p:nvPr/>
          </p:nvSpPr>
          <p:spPr bwMode="auto">
            <a:xfrm>
              <a:off x="4516" y="1068"/>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699" name="Rectangle 195"/>
            <p:cNvSpPr>
              <a:spLocks noChangeArrowheads="1"/>
            </p:cNvSpPr>
            <p:nvPr/>
          </p:nvSpPr>
          <p:spPr bwMode="auto">
            <a:xfrm>
              <a:off x="4399" y="913"/>
              <a:ext cx="1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0" name="Rectangle 196"/>
            <p:cNvSpPr>
              <a:spLocks noChangeArrowheads="1"/>
            </p:cNvSpPr>
            <p:nvPr/>
          </p:nvSpPr>
          <p:spPr bwMode="auto">
            <a:xfrm>
              <a:off x="4331" y="424"/>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1" name="Rectangle 197"/>
            <p:cNvSpPr>
              <a:spLocks noChangeArrowheads="1"/>
            </p:cNvSpPr>
            <p:nvPr/>
          </p:nvSpPr>
          <p:spPr bwMode="auto">
            <a:xfrm>
              <a:off x="5579" y="1192"/>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2" name="AutoShape 198"/>
            <p:cNvSpPr>
              <a:spLocks noChangeArrowheads="1"/>
            </p:cNvSpPr>
            <p:nvPr/>
          </p:nvSpPr>
          <p:spPr bwMode="auto">
            <a:xfrm>
              <a:off x="5185" y="68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3" name="Rectangle 199"/>
            <p:cNvSpPr>
              <a:spLocks noChangeArrowheads="1"/>
            </p:cNvSpPr>
            <p:nvPr/>
          </p:nvSpPr>
          <p:spPr bwMode="auto">
            <a:xfrm>
              <a:off x="4403" y="244"/>
              <a:ext cx="56" cy="41"/>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4" name="Rectangle 200"/>
            <p:cNvSpPr>
              <a:spLocks noChangeArrowheads="1"/>
            </p:cNvSpPr>
            <p:nvPr/>
          </p:nvSpPr>
          <p:spPr bwMode="auto">
            <a:xfrm>
              <a:off x="4668" y="246"/>
              <a:ext cx="24" cy="17"/>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5" name="AutoShape 201"/>
            <p:cNvSpPr>
              <a:spLocks noChangeArrowheads="1"/>
            </p:cNvSpPr>
            <p:nvPr/>
          </p:nvSpPr>
          <p:spPr bwMode="auto">
            <a:xfrm>
              <a:off x="4724" y="787"/>
              <a:ext cx="55" cy="41"/>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6" name="AutoShape 202"/>
            <p:cNvSpPr>
              <a:spLocks noChangeArrowheads="1"/>
            </p:cNvSpPr>
            <p:nvPr/>
          </p:nvSpPr>
          <p:spPr bwMode="auto">
            <a:xfrm>
              <a:off x="4568" y="899"/>
              <a:ext cx="56" cy="4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7" name="AutoShape 203"/>
            <p:cNvSpPr>
              <a:spLocks noChangeArrowheads="1"/>
            </p:cNvSpPr>
            <p:nvPr/>
          </p:nvSpPr>
          <p:spPr bwMode="auto">
            <a:xfrm>
              <a:off x="4258" y="395"/>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8" name="AutoShape 204"/>
            <p:cNvSpPr>
              <a:spLocks noChangeArrowheads="1"/>
            </p:cNvSpPr>
            <p:nvPr/>
          </p:nvSpPr>
          <p:spPr bwMode="auto">
            <a:xfrm>
              <a:off x="5166" y="196"/>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09" name="AutoShape 205"/>
            <p:cNvSpPr>
              <a:spLocks noChangeArrowheads="1"/>
            </p:cNvSpPr>
            <p:nvPr/>
          </p:nvSpPr>
          <p:spPr bwMode="auto">
            <a:xfrm>
              <a:off x="5673" y="1324"/>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0" name="AutoShape 206"/>
            <p:cNvSpPr>
              <a:spLocks noChangeArrowheads="1"/>
            </p:cNvSpPr>
            <p:nvPr/>
          </p:nvSpPr>
          <p:spPr bwMode="auto">
            <a:xfrm>
              <a:off x="4259" y="862"/>
              <a:ext cx="54"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1" name="AutoShape 207"/>
            <p:cNvSpPr>
              <a:spLocks noChangeArrowheads="1"/>
            </p:cNvSpPr>
            <p:nvPr/>
          </p:nvSpPr>
          <p:spPr bwMode="auto">
            <a:xfrm>
              <a:off x="4720" y="940"/>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2" name="Rectangle 208"/>
            <p:cNvSpPr>
              <a:spLocks noChangeArrowheads="1"/>
            </p:cNvSpPr>
            <p:nvPr/>
          </p:nvSpPr>
          <p:spPr bwMode="auto">
            <a:xfrm>
              <a:off x="4551" y="442"/>
              <a:ext cx="55" cy="4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3" name="AutoShape 209"/>
            <p:cNvSpPr>
              <a:spLocks noChangeArrowheads="1"/>
            </p:cNvSpPr>
            <p:nvPr/>
          </p:nvSpPr>
          <p:spPr bwMode="auto">
            <a:xfrm>
              <a:off x="4638" y="612"/>
              <a:ext cx="56"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4" name="AutoShape 210"/>
            <p:cNvSpPr>
              <a:spLocks noChangeArrowheads="1"/>
            </p:cNvSpPr>
            <p:nvPr/>
          </p:nvSpPr>
          <p:spPr bwMode="auto">
            <a:xfrm>
              <a:off x="5092"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5" name="Rectangle 211"/>
            <p:cNvSpPr>
              <a:spLocks noChangeArrowheads="1"/>
            </p:cNvSpPr>
            <p:nvPr/>
          </p:nvSpPr>
          <p:spPr bwMode="auto">
            <a:xfrm>
              <a:off x="4759" y="494"/>
              <a:ext cx="56" cy="41"/>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6" name="AutoShape 212"/>
            <p:cNvSpPr>
              <a:spLocks noChangeArrowheads="1"/>
            </p:cNvSpPr>
            <p:nvPr/>
          </p:nvSpPr>
          <p:spPr bwMode="auto">
            <a:xfrm>
              <a:off x="4313" y="626"/>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7" name="Rectangle 213"/>
            <p:cNvSpPr>
              <a:spLocks noChangeArrowheads="1"/>
            </p:cNvSpPr>
            <p:nvPr/>
          </p:nvSpPr>
          <p:spPr bwMode="auto">
            <a:xfrm>
              <a:off x="4964" y="220"/>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8" name="Rectangle 214"/>
            <p:cNvSpPr>
              <a:spLocks noChangeArrowheads="1"/>
            </p:cNvSpPr>
            <p:nvPr/>
          </p:nvSpPr>
          <p:spPr bwMode="auto">
            <a:xfrm>
              <a:off x="4480" y="724"/>
              <a:ext cx="56" cy="42"/>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19" name="AutoShape 215"/>
            <p:cNvSpPr>
              <a:spLocks noChangeArrowheads="1"/>
            </p:cNvSpPr>
            <p:nvPr/>
          </p:nvSpPr>
          <p:spPr bwMode="auto">
            <a:xfrm>
              <a:off x="4536" y="338"/>
              <a:ext cx="56" cy="41"/>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0" name="AutoShape 216"/>
            <p:cNvSpPr>
              <a:spLocks noChangeArrowheads="1"/>
            </p:cNvSpPr>
            <p:nvPr/>
          </p:nvSpPr>
          <p:spPr bwMode="auto">
            <a:xfrm>
              <a:off x="4904" y="412"/>
              <a:ext cx="56" cy="42"/>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1" name="Rectangle 217"/>
            <p:cNvSpPr>
              <a:spLocks noChangeArrowheads="1"/>
            </p:cNvSpPr>
            <p:nvPr/>
          </p:nvSpPr>
          <p:spPr bwMode="auto">
            <a:xfrm>
              <a:off x="4793" y="256"/>
              <a:ext cx="53" cy="6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2" name="Rectangle 218"/>
            <p:cNvSpPr>
              <a:spLocks noChangeArrowheads="1"/>
            </p:cNvSpPr>
            <p:nvPr/>
          </p:nvSpPr>
          <p:spPr bwMode="auto">
            <a:xfrm>
              <a:off x="5009" y="626"/>
              <a:ext cx="43"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3" name="AutoShape 219"/>
            <p:cNvSpPr>
              <a:spLocks noChangeArrowheads="1"/>
            </p:cNvSpPr>
            <p:nvPr/>
          </p:nvSpPr>
          <p:spPr bwMode="auto">
            <a:xfrm>
              <a:off x="3769" y="796"/>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4" name="Rectangle 220"/>
            <p:cNvSpPr>
              <a:spLocks noChangeArrowheads="1"/>
            </p:cNvSpPr>
            <p:nvPr/>
          </p:nvSpPr>
          <p:spPr bwMode="auto">
            <a:xfrm>
              <a:off x="3854" y="1012"/>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5" name="Rectangle 221"/>
            <p:cNvSpPr>
              <a:spLocks noChangeArrowheads="1"/>
            </p:cNvSpPr>
            <p:nvPr/>
          </p:nvSpPr>
          <p:spPr bwMode="auto">
            <a:xfrm>
              <a:off x="4057" y="916"/>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6" name="AutoShape 222"/>
            <p:cNvSpPr>
              <a:spLocks noChangeArrowheads="1"/>
            </p:cNvSpPr>
            <p:nvPr/>
          </p:nvSpPr>
          <p:spPr bwMode="auto">
            <a:xfrm>
              <a:off x="3748" y="920"/>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7" name="AutoShape 223"/>
            <p:cNvSpPr>
              <a:spLocks noChangeArrowheads="1"/>
            </p:cNvSpPr>
            <p:nvPr/>
          </p:nvSpPr>
          <p:spPr bwMode="auto">
            <a:xfrm>
              <a:off x="3972" y="110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8" name="AutoShape 224"/>
            <p:cNvSpPr>
              <a:spLocks noChangeArrowheads="1"/>
            </p:cNvSpPr>
            <p:nvPr/>
          </p:nvSpPr>
          <p:spPr bwMode="auto">
            <a:xfrm>
              <a:off x="3993" y="736"/>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29" name="Rectangle 225"/>
            <p:cNvSpPr>
              <a:spLocks noChangeArrowheads="1"/>
            </p:cNvSpPr>
            <p:nvPr/>
          </p:nvSpPr>
          <p:spPr bwMode="auto">
            <a:xfrm>
              <a:off x="3941" y="926"/>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0" name="Rectangle 226"/>
            <p:cNvSpPr>
              <a:spLocks noChangeArrowheads="1"/>
            </p:cNvSpPr>
            <p:nvPr/>
          </p:nvSpPr>
          <p:spPr bwMode="auto">
            <a:xfrm>
              <a:off x="4052" y="508"/>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1" name="Rectangle 227"/>
            <p:cNvSpPr>
              <a:spLocks noChangeArrowheads="1"/>
            </p:cNvSpPr>
            <p:nvPr/>
          </p:nvSpPr>
          <p:spPr bwMode="auto">
            <a:xfrm>
              <a:off x="4660" y="12"/>
              <a:ext cx="53" cy="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2" name="AutoShape 228"/>
            <p:cNvSpPr>
              <a:spLocks noChangeArrowheads="1"/>
            </p:cNvSpPr>
            <p:nvPr/>
          </p:nvSpPr>
          <p:spPr bwMode="auto">
            <a:xfrm>
              <a:off x="4521" y="139"/>
              <a:ext cx="56" cy="41"/>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3" name="AutoShape 229"/>
            <p:cNvSpPr>
              <a:spLocks noChangeArrowheads="1"/>
            </p:cNvSpPr>
            <p:nvPr/>
          </p:nvSpPr>
          <p:spPr bwMode="auto">
            <a:xfrm>
              <a:off x="5161" y="60"/>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4" name="AutoShape 230"/>
            <p:cNvSpPr>
              <a:spLocks noChangeArrowheads="1"/>
            </p:cNvSpPr>
            <p:nvPr/>
          </p:nvSpPr>
          <p:spPr bwMode="auto">
            <a:xfrm>
              <a:off x="4754" y="94"/>
              <a:ext cx="50"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5" name="AutoShape 231"/>
            <p:cNvSpPr>
              <a:spLocks noChangeArrowheads="1"/>
            </p:cNvSpPr>
            <p:nvPr/>
          </p:nvSpPr>
          <p:spPr bwMode="auto">
            <a:xfrm>
              <a:off x="4459" y="30"/>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6" name="Rectangle 232"/>
            <p:cNvSpPr>
              <a:spLocks noChangeArrowheads="1"/>
            </p:cNvSpPr>
            <p:nvPr/>
          </p:nvSpPr>
          <p:spPr bwMode="auto">
            <a:xfrm>
              <a:off x="4841" y="60"/>
              <a:ext cx="32" cy="3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7" name="AutoShape 233"/>
            <p:cNvSpPr>
              <a:spLocks noChangeArrowheads="1"/>
            </p:cNvSpPr>
            <p:nvPr/>
          </p:nvSpPr>
          <p:spPr bwMode="auto">
            <a:xfrm>
              <a:off x="5001" y="0"/>
              <a:ext cx="53" cy="60"/>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8" name="AutoShape 234"/>
            <p:cNvSpPr>
              <a:spLocks noChangeArrowheads="1"/>
            </p:cNvSpPr>
            <p:nvPr/>
          </p:nvSpPr>
          <p:spPr bwMode="auto">
            <a:xfrm>
              <a:off x="5607" y="54"/>
              <a:ext cx="50" cy="59"/>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39" name="Rectangle 235"/>
            <p:cNvSpPr>
              <a:spLocks noChangeArrowheads="1"/>
            </p:cNvSpPr>
            <p:nvPr/>
          </p:nvSpPr>
          <p:spPr bwMode="auto">
            <a:xfrm>
              <a:off x="5320" y="338"/>
              <a:ext cx="46" cy="5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0" name="Rectangle 236"/>
            <p:cNvSpPr>
              <a:spLocks noChangeArrowheads="1"/>
            </p:cNvSpPr>
            <p:nvPr/>
          </p:nvSpPr>
          <p:spPr bwMode="auto">
            <a:xfrm>
              <a:off x="5448" y="242"/>
              <a:ext cx="51" cy="59"/>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1" name="AutoShape 237"/>
            <p:cNvSpPr>
              <a:spLocks noChangeArrowheads="1"/>
            </p:cNvSpPr>
            <p:nvPr/>
          </p:nvSpPr>
          <p:spPr bwMode="auto">
            <a:xfrm>
              <a:off x="5312" y="100"/>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2" name="AutoShape 238"/>
            <p:cNvSpPr>
              <a:spLocks noChangeArrowheads="1"/>
            </p:cNvSpPr>
            <p:nvPr/>
          </p:nvSpPr>
          <p:spPr bwMode="auto">
            <a:xfrm>
              <a:off x="5664" y="230"/>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3" name="Rectangle 239"/>
            <p:cNvSpPr>
              <a:spLocks noChangeArrowheads="1"/>
            </p:cNvSpPr>
            <p:nvPr/>
          </p:nvSpPr>
          <p:spPr bwMode="auto">
            <a:xfrm>
              <a:off x="5703" y="472"/>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4" name="AutoShape 240"/>
            <p:cNvSpPr>
              <a:spLocks noChangeArrowheads="1"/>
            </p:cNvSpPr>
            <p:nvPr/>
          </p:nvSpPr>
          <p:spPr bwMode="auto">
            <a:xfrm>
              <a:off x="5630" y="443"/>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5" name="AutoShape 241"/>
            <p:cNvSpPr>
              <a:spLocks noChangeArrowheads="1"/>
            </p:cNvSpPr>
            <p:nvPr/>
          </p:nvSpPr>
          <p:spPr bwMode="auto">
            <a:xfrm>
              <a:off x="5631" y="910"/>
              <a:ext cx="54"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6" name="AutoShape 242"/>
            <p:cNvSpPr>
              <a:spLocks noChangeArrowheads="1"/>
            </p:cNvSpPr>
            <p:nvPr/>
          </p:nvSpPr>
          <p:spPr bwMode="auto">
            <a:xfrm>
              <a:off x="5685" y="674"/>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7" name="Rectangle 243"/>
            <p:cNvSpPr>
              <a:spLocks noChangeArrowheads="1"/>
            </p:cNvSpPr>
            <p:nvPr/>
          </p:nvSpPr>
          <p:spPr bwMode="auto">
            <a:xfrm>
              <a:off x="5226" y="1060"/>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8" name="Rectangle 244"/>
            <p:cNvSpPr>
              <a:spLocks noChangeArrowheads="1"/>
            </p:cNvSpPr>
            <p:nvPr/>
          </p:nvSpPr>
          <p:spPr bwMode="auto">
            <a:xfrm>
              <a:off x="5429" y="964"/>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49" name="AutoShape 245"/>
            <p:cNvSpPr>
              <a:spLocks noChangeArrowheads="1"/>
            </p:cNvSpPr>
            <p:nvPr/>
          </p:nvSpPr>
          <p:spPr bwMode="auto">
            <a:xfrm>
              <a:off x="5344" y="1156"/>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0" name="AutoShape 246"/>
            <p:cNvSpPr>
              <a:spLocks noChangeArrowheads="1"/>
            </p:cNvSpPr>
            <p:nvPr/>
          </p:nvSpPr>
          <p:spPr bwMode="auto">
            <a:xfrm>
              <a:off x="5365" y="784"/>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1" name="Rectangle 247"/>
            <p:cNvSpPr>
              <a:spLocks noChangeArrowheads="1"/>
            </p:cNvSpPr>
            <p:nvPr/>
          </p:nvSpPr>
          <p:spPr bwMode="auto">
            <a:xfrm>
              <a:off x="5553" y="1790"/>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2" name="Rectangle 248"/>
            <p:cNvSpPr>
              <a:spLocks noChangeArrowheads="1"/>
            </p:cNvSpPr>
            <p:nvPr/>
          </p:nvSpPr>
          <p:spPr bwMode="auto">
            <a:xfrm>
              <a:off x="5424" y="556"/>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3" name="AutoShape 249"/>
            <p:cNvSpPr>
              <a:spLocks noChangeArrowheads="1"/>
            </p:cNvSpPr>
            <p:nvPr/>
          </p:nvSpPr>
          <p:spPr bwMode="auto">
            <a:xfrm>
              <a:off x="5465" y="770"/>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4" name="AutoShape 250"/>
            <p:cNvSpPr>
              <a:spLocks noChangeArrowheads="1"/>
            </p:cNvSpPr>
            <p:nvPr/>
          </p:nvSpPr>
          <p:spPr bwMode="auto">
            <a:xfrm>
              <a:off x="5417" y="1346"/>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5" name="Rectangle 251"/>
            <p:cNvSpPr>
              <a:spLocks noChangeArrowheads="1"/>
            </p:cNvSpPr>
            <p:nvPr/>
          </p:nvSpPr>
          <p:spPr bwMode="auto">
            <a:xfrm>
              <a:off x="5132" y="2601"/>
              <a:ext cx="31"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6" name="AutoShape 252"/>
            <p:cNvSpPr>
              <a:spLocks noChangeArrowheads="1"/>
            </p:cNvSpPr>
            <p:nvPr/>
          </p:nvSpPr>
          <p:spPr bwMode="auto">
            <a:xfrm>
              <a:off x="5374" y="1921"/>
              <a:ext cx="52" cy="58"/>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7" name="Rectangle 253"/>
            <p:cNvSpPr>
              <a:spLocks noChangeArrowheads="1"/>
            </p:cNvSpPr>
            <p:nvPr/>
          </p:nvSpPr>
          <p:spPr bwMode="auto">
            <a:xfrm>
              <a:off x="5488" y="2133"/>
              <a:ext cx="51" cy="59"/>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8" name="AutoShape 254"/>
            <p:cNvSpPr>
              <a:spLocks noChangeArrowheads="1"/>
            </p:cNvSpPr>
            <p:nvPr/>
          </p:nvSpPr>
          <p:spPr bwMode="auto">
            <a:xfrm>
              <a:off x="5228" y="2263"/>
              <a:ext cx="51" cy="59"/>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59" name="AutoShape 255"/>
            <p:cNvSpPr>
              <a:spLocks noChangeArrowheads="1"/>
            </p:cNvSpPr>
            <p:nvPr/>
          </p:nvSpPr>
          <p:spPr bwMode="auto">
            <a:xfrm>
              <a:off x="5444" y="2608"/>
              <a:ext cx="51" cy="59"/>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0" name="AutoShape 256"/>
            <p:cNvSpPr>
              <a:spLocks noChangeArrowheads="1"/>
            </p:cNvSpPr>
            <p:nvPr/>
          </p:nvSpPr>
          <p:spPr bwMode="auto">
            <a:xfrm>
              <a:off x="5377" y="3125"/>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1" name="Rectangle 257"/>
            <p:cNvSpPr>
              <a:spLocks noChangeArrowheads="1"/>
            </p:cNvSpPr>
            <p:nvPr/>
          </p:nvSpPr>
          <p:spPr bwMode="auto">
            <a:xfrm>
              <a:off x="5548" y="2977"/>
              <a:ext cx="25" cy="28"/>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9762" name="Group 258"/>
            <p:cNvGrpSpPr>
              <a:grpSpLocks/>
            </p:cNvGrpSpPr>
            <p:nvPr/>
          </p:nvGrpSpPr>
          <p:grpSpPr bwMode="auto">
            <a:xfrm>
              <a:off x="3867" y="3990"/>
              <a:ext cx="1855" cy="322"/>
              <a:chOff x="3867" y="3990"/>
              <a:chExt cx="1855" cy="322"/>
            </a:xfrm>
          </p:grpSpPr>
          <p:sp>
            <p:nvSpPr>
              <p:cNvPr id="149763" name="Rectangle 259"/>
              <p:cNvSpPr>
                <a:spLocks noChangeArrowheads="1"/>
              </p:cNvSpPr>
              <p:nvPr/>
            </p:nvSpPr>
            <p:spPr bwMode="auto">
              <a:xfrm>
                <a:off x="4706" y="4242"/>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4" name="Rectangle 260"/>
              <p:cNvSpPr>
                <a:spLocks noChangeArrowheads="1"/>
              </p:cNvSpPr>
              <p:nvPr/>
            </p:nvSpPr>
            <p:spPr bwMode="auto">
              <a:xfrm>
                <a:off x="5069" y="4206"/>
                <a:ext cx="54"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5" name="AutoShape 261"/>
              <p:cNvSpPr>
                <a:spLocks noChangeArrowheads="1"/>
              </p:cNvSpPr>
              <p:nvPr/>
            </p:nvSpPr>
            <p:spPr bwMode="auto">
              <a:xfrm>
                <a:off x="4271"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6" name="AutoShape 262"/>
              <p:cNvSpPr>
                <a:spLocks noChangeArrowheads="1"/>
              </p:cNvSpPr>
              <p:nvPr/>
            </p:nvSpPr>
            <p:spPr bwMode="auto">
              <a:xfrm>
                <a:off x="5610"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7" name="Rectangle 263"/>
              <p:cNvSpPr>
                <a:spLocks noChangeArrowheads="1"/>
              </p:cNvSpPr>
              <p:nvPr/>
            </p:nvSpPr>
            <p:spPr bwMode="auto">
              <a:xfrm>
                <a:off x="4194" y="4206"/>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8" name="Rectangle 264"/>
              <p:cNvSpPr>
                <a:spLocks noChangeArrowheads="1"/>
              </p:cNvSpPr>
              <p:nvPr/>
            </p:nvSpPr>
            <p:spPr bwMode="auto">
              <a:xfrm>
                <a:off x="5301" y="4048"/>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69" name="Rectangle 265"/>
              <p:cNvSpPr>
                <a:spLocks noChangeArrowheads="1"/>
              </p:cNvSpPr>
              <p:nvPr/>
            </p:nvSpPr>
            <p:spPr bwMode="auto">
              <a:xfrm>
                <a:off x="4906" y="4180"/>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0" name="Rectangle 266"/>
              <p:cNvSpPr>
                <a:spLocks noChangeArrowheads="1"/>
              </p:cNvSpPr>
              <p:nvPr/>
            </p:nvSpPr>
            <p:spPr bwMode="auto">
              <a:xfrm>
                <a:off x="4746" y="4192"/>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1" name="AutoShape 267"/>
              <p:cNvSpPr>
                <a:spLocks noChangeArrowheads="1"/>
              </p:cNvSpPr>
              <p:nvPr/>
            </p:nvSpPr>
            <p:spPr bwMode="auto">
              <a:xfrm>
                <a:off x="5410" y="4269"/>
                <a:ext cx="55"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2" name="Rectangle 268"/>
              <p:cNvSpPr>
                <a:spLocks noChangeArrowheads="1"/>
              </p:cNvSpPr>
              <p:nvPr/>
            </p:nvSpPr>
            <p:spPr bwMode="auto">
              <a:xfrm>
                <a:off x="4032" y="4180"/>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3" name="AutoShape 269"/>
              <p:cNvSpPr>
                <a:spLocks noChangeArrowheads="1"/>
              </p:cNvSpPr>
              <p:nvPr/>
            </p:nvSpPr>
            <p:spPr bwMode="auto">
              <a:xfrm>
                <a:off x="5010" y="4228"/>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4" name="AutoShape 270"/>
              <p:cNvSpPr>
                <a:spLocks noChangeArrowheads="1"/>
              </p:cNvSpPr>
              <p:nvPr/>
            </p:nvSpPr>
            <p:spPr bwMode="auto">
              <a:xfrm>
                <a:off x="4840"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5" name="AutoShape 271"/>
              <p:cNvSpPr>
                <a:spLocks noChangeArrowheads="1"/>
              </p:cNvSpPr>
              <p:nvPr/>
            </p:nvSpPr>
            <p:spPr bwMode="auto">
              <a:xfrm>
                <a:off x="5666" y="4255"/>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6" name="AutoShape 272"/>
              <p:cNvSpPr>
                <a:spLocks noChangeArrowheads="1"/>
              </p:cNvSpPr>
              <p:nvPr/>
            </p:nvSpPr>
            <p:spPr bwMode="auto">
              <a:xfrm>
                <a:off x="5181" y="4204"/>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7" name="AutoShape 273"/>
              <p:cNvSpPr>
                <a:spLocks noChangeArrowheads="1"/>
              </p:cNvSpPr>
              <p:nvPr/>
            </p:nvSpPr>
            <p:spPr bwMode="auto">
              <a:xfrm>
                <a:off x="4612" y="4242"/>
                <a:ext cx="73" cy="7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8" name="AutoShape 274"/>
              <p:cNvSpPr>
                <a:spLocks noChangeArrowheads="1"/>
              </p:cNvSpPr>
              <p:nvPr/>
            </p:nvSpPr>
            <p:spPr bwMode="auto">
              <a:xfrm>
                <a:off x="4466" y="4252"/>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79" name="AutoShape 275"/>
              <p:cNvSpPr>
                <a:spLocks noChangeArrowheads="1"/>
              </p:cNvSpPr>
              <p:nvPr/>
            </p:nvSpPr>
            <p:spPr bwMode="auto">
              <a:xfrm>
                <a:off x="4503" y="4130"/>
                <a:ext cx="51"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0" name="AutoShape 276"/>
              <p:cNvSpPr>
                <a:spLocks noChangeArrowheads="1"/>
              </p:cNvSpPr>
              <p:nvPr/>
            </p:nvSpPr>
            <p:spPr bwMode="auto">
              <a:xfrm>
                <a:off x="5463" y="4157"/>
                <a:ext cx="72"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1" name="AutoShape 277"/>
              <p:cNvSpPr>
                <a:spLocks noChangeArrowheads="1"/>
              </p:cNvSpPr>
              <p:nvPr/>
            </p:nvSpPr>
            <p:spPr bwMode="auto">
              <a:xfrm>
                <a:off x="4136" y="422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2" name="AutoShape 278"/>
              <p:cNvSpPr>
                <a:spLocks noChangeArrowheads="1"/>
              </p:cNvSpPr>
              <p:nvPr/>
            </p:nvSpPr>
            <p:spPr bwMode="auto">
              <a:xfrm>
                <a:off x="3965"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3" name="AutoShape 279"/>
              <p:cNvSpPr>
                <a:spLocks noChangeArrowheads="1"/>
              </p:cNvSpPr>
              <p:nvPr/>
            </p:nvSpPr>
            <p:spPr bwMode="auto">
              <a:xfrm>
                <a:off x="4306" y="4204"/>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4" name="AutoShape 280"/>
              <p:cNvSpPr>
                <a:spLocks noChangeArrowheads="1"/>
              </p:cNvSpPr>
              <p:nvPr/>
            </p:nvSpPr>
            <p:spPr bwMode="auto">
              <a:xfrm>
                <a:off x="5266" y="4248"/>
                <a:ext cx="50" cy="46"/>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5" name="AutoShape 281"/>
              <p:cNvSpPr>
                <a:spLocks noChangeArrowheads="1"/>
              </p:cNvSpPr>
              <p:nvPr/>
            </p:nvSpPr>
            <p:spPr bwMode="auto">
              <a:xfrm>
                <a:off x="5543" y="3990"/>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6" name="AutoShape 282"/>
              <p:cNvSpPr>
                <a:spLocks noChangeArrowheads="1"/>
              </p:cNvSpPr>
              <p:nvPr/>
            </p:nvSpPr>
            <p:spPr bwMode="auto">
              <a:xfrm>
                <a:off x="4370" y="4092"/>
                <a:ext cx="50"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7" name="AutoShape 283"/>
              <p:cNvSpPr>
                <a:spLocks noChangeArrowheads="1"/>
              </p:cNvSpPr>
              <p:nvPr/>
            </p:nvSpPr>
            <p:spPr bwMode="auto">
              <a:xfrm>
                <a:off x="5159" y="4152"/>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8" name="AutoShape 284"/>
              <p:cNvSpPr>
                <a:spLocks noChangeArrowheads="1"/>
              </p:cNvSpPr>
              <p:nvPr/>
            </p:nvSpPr>
            <p:spPr bwMode="auto">
              <a:xfrm>
                <a:off x="4818" y="4060"/>
                <a:ext cx="54"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89" name="AutoShape 285"/>
              <p:cNvSpPr>
                <a:spLocks noChangeArrowheads="1"/>
              </p:cNvSpPr>
              <p:nvPr/>
            </p:nvSpPr>
            <p:spPr bwMode="auto">
              <a:xfrm>
                <a:off x="4372" y="4229"/>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0" name="AutoShape 286"/>
              <p:cNvSpPr>
                <a:spLocks noChangeArrowheads="1"/>
              </p:cNvSpPr>
              <p:nvPr/>
            </p:nvSpPr>
            <p:spPr bwMode="auto">
              <a:xfrm>
                <a:off x="5623" y="4184"/>
                <a:ext cx="33" cy="66"/>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1" name="AutoShape 287"/>
              <p:cNvSpPr>
                <a:spLocks noChangeArrowheads="1"/>
              </p:cNvSpPr>
              <p:nvPr/>
            </p:nvSpPr>
            <p:spPr bwMode="auto">
              <a:xfrm>
                <a:off x="3944" y="4060"/>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2" name="AutoShape 288"/>
              <p:cNvSpPr>
                <a:spLocks noChangeArrowheads="1"/>
              </p:cNvSpPr>
              <p:nvPr/>
            </p:nvSpPr>
            <p:spPr bwMode="auto">
              <a:xfrm>
                <a:off x="4795" y="4216"/>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3" name="AutoShape 289"/>
              <p:cNvSpPr>
                <a:spLocks noChangeArrowheads="1"/>
              </p:cNvSpPr>
              <p:nvPr/>
            </p:nvSpPr>
            <p:spPr bwMode="auto">
              <a:xfrm>
                <a:off x="5073" y="4253"/>
                <a:ext cx="50"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4" name="AutoShape 290"/>
              <p:cNvSpPr>
                <a:spLocks noChangeArrowheads="1"/>
              </p:cNvSpPr>
              <p:nvPr/>
            </p:nvSpPr>
            <p:spPr bwMode="auto">
              <a:xfrm>
                <a:off x="5403" y="4207"/>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5" name="AutoShape 291"/>
              <p:cNvSpPr>
                <a:spLocks noChangeArrowheads="1"/>
              </p:cNvSpPr>
              <p:nvPr/>
            </p:nvSpPr>
            <p:spPr bwMode="auto">
              <a:xfrm>
                <a:off x="5611" y="4090"/>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6" name="AutoShape 292"/>
              <p:cNvSpPr>
                <a:spLocks noChangeArrowheads="1"/>
              </p:cNvSpPr>
              <p:nvPr/>
            </p:nvSpPr>
            <p:spPr bwMode="auto">
              <a:xfrm>
                <a:off x="3867" y="4269"/>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7" name="AutoShape 293"/>
              <p:cNvSpPr>
                <a:spLocks noChangeArrowheads="1"/>
              </p:cNvSpPr>
              <p:nvPr/>
            </p:nvSpPr>
            <p:spPr bwMode="auto">
              <a:xfrm>
                <a:off x="4198" y="4253"/>
                <a:ext cx="51"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8" name="Rectangle 294"/>
              <p:cNvSpPr>
                <a:spLocks noChangeArrowheads="1"/>
              </p:cNvSpPr>
              <p:nvPr/>
            </p:nvSpPr>
            <p:spPr bwMode="auto">
              <a:xfrm>
                <a:off x="4937"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799" name="Rectangle 295"/>
              <p:cNvSpPr>
                <a:spLocks noChangeArrowheads="1"/>
              </p:cNvSpPr>
              <p:nvPr/>
            </p:nvSpPr>
            <p:spPr bwMode="auto">
              <a:xfrm>
                <a:off x="5080" y="4112"/>
                <a:ext cx="35"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0" name="Rectangle 296"/>
              <p:cNvSpPr>
                <a:spLocks noChangeArrowheads="1"/>
              </p:cNvSpPr>
              <p:nvPr/>
            </p:nvSpPr>
            <p:spPr bwMode="auto">
              <a:xfrm>
                <a:off x="4544" y="4243"/>
                <a:ext cx="53" cy="43"/>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1" name="Rectangle 297"/>
              <p:cNvSpPr>
                <a:spLocks noChangeArrowheads="1"/>
              </p:cNvSpPr>
              <p:nvPr/>
            </p:nvSpPr>
            <p:spPr bwMode="auto">
              <a:xfrm>
                <a:off x="5506" y="4258"/>
                <a:ext cx="47" cy="3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2" name="Rectangle 298"/>
              <p:cNvSpPr>
                <a:spLocks noChangeArrowheads="1"/>
              </p:cNvSpPr>
              <p:nvPr/>
            </p:nvSpPr>
            <p:spPr bwMode="auto">
              <a:xfrm>
                <a:off x="4062"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3" name="Rectangle 299"/>
              <p:cNvSpPr>
                <a:spLocks noChangeArrowheads="1"/>
              </p:cNvSpPr>
              <p:nvPr/>
            </p:nvSpPr>
            <p:spPr bwMode="auto">
              <a:xfrm>
                <a:off x="4205" y="4112"/>
                <a:ext cx="36"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9804" name="AutoShape 300"/>
            <p:cNvSpPr>
              <a:spLocks noChangeArrowheads="1"/>
            </p:cNvSpPr>
            <p:nvPr/>
          </p:nvSpPr>
          <p:spPr bwMode="auto">
            <a:xfrm>
              <a:off x="3151" y="4216"/>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5" name="AutoShape 301"/>
            <p:cNvSpPr>
              <a:spLocks noChangeArrowheads="1"/>
            </p:cNvSpPr>
            <p:nvPr/>
          </p:nvSpPr>
          <p:spPr bwMode="auto">
            <a:xfrm>
              <a:off x="2717" y="4231"/>
              <a:ext cx="54"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6" name="Rectangle 302"/>
            <p:cNvSpPr>
              <a:spLocks noChangeArrowheads="1"/>
            </p:cNvSpPr>
            <p:nvPr/>
          </p:nvSpPr>
          <p:spPr bwMode="auto">
            <a:xfrm>
              <a:off x="2356" y="4276"/>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7" name="Rectangle 303"/>
            <p:cNvSpPr>
              <a:spLocks noChangeArrowheads="1"/>
            </p:cNvSpPr>
            <p:nvPr/>
          </p:nvSpPr>
          <p:spPr bwMode="auto">
            <a:xfrm>
              <a:off x="2239" y="4121"/>
              <a:ext cx="1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8" name="AutoShape 304"/>
            <p:cNvSpPr>
              <a:spLocks noChangeArrowheads="1"/>
            </p:cNvSpPr>
            <p:nvPr/>
          </p:nvSpPr>
          <p:spPr bwMode="auto">
            <a:xfrm>
              <a:off x="2408" y="4107"/>
              <a:ext cx="56" cy="4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09" name="AutoShape 305"/>
            <p:cNvSpPr>
              <a:spLocks noChangeArrowheads="1"/>
            </p:cNvSpPr>
            <p:nvPr/>
          </p:nvSpPr>
          <p:spPr bwMode="auto">
            <a:xfrm>
              <a:off x="2560" y="414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0" name="Rectangle 306"/>
            <p:cNvSpPr>
              <a:spLocks noChangeArrowheads="1"/>
            </p:cNvSpPr>
            <p:nvPr/>
          </p:nvSpPr>
          <p:spPr bwMode="auto">
            <a:xfrm>
              <a:off x="1897" y="4124"/>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1" name="AutoShape 307"/>
            <p:cNvSpPr>
              <a:spLocks noChangeArrowheads="1"/>
            </p:cNvSpPr>
            <p:nvPr/>
          </p:nvSpPr>
          <p:spPr bwMode="auto">
            <a:xfrm>
              <a:off x="3343" y="4216"/>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2" name="Rectangle 308"/>
            <p:cNvSpPr>
              <a:spLocks noChangeArrowheads="1"/>
            </p:cNvSpPr>
            <p:nvPr/>
          </p:nvSpPr>
          <p:spPr bwMode="auto">
            <a:xfrm>
              <a:off x="3600" y="4182"/>
              <a:ext cx="46" cy="5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3" name="AutoShape 309"/>
            <p:cNvSpPr>
              <a:spLocks noChangeArrowheads="1"/>
            </p:cNvSpPr>
            <p:nvPr/>
          </p:nvSpPr>
          <p:spPr bwMode="auto">
            <a:xfrm>
              <a:off x="3796" y="4128"/>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4" name="AutoShape 310"/>
            <p:cNvSpPr>
              <a:spLocks noChangeArrowheads="1"/>
            </p:cNvSpPr>
            <p:nvPr/>
          </p:nvSpPr>
          <p:spPr bwMode="auto">
            <a:xfrm>
              <a:off x="5339" y="2886"/>
              <a:ext cx="50" cy="59"/>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5" name="Rectangle 311"/>
            <p:cNvSpPr>
              <a:spLocks noChangeArrowheads="1"/>
            </p:cNvSpPr>
            <p:nvPr/>
          </p:nvSpPr>
          <p:spPr bwMode="auto">
            <a:xfrm>
              <a:off x="5435" y="3448"/>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6" name="Rectangle 312"/>
            <p:cNvSpPr>
              <a:spLocks noChangeArrowheads="1"/>
            </p:cNvSpPr>
            <p:nvPr/>
          </p:nvSpPr>
          <p:spPr bwMode="auto">
            <a:xfrm>
              <a:off x="5507" y="3268"/>
              <a:ext cx="56" cy="41"/>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7" name="AutoShape 313"/>
            <p:cNvSpPr>
              <a:spLocks noChangeArrowheads="1"/>
            </p:cNvSpPr>
            <p:nvPr/>
          </p:nvSpPr>
          <p:spPr bwMode="auto">
            <a:xfrm>
              <a:off x="5362" y="3419"/>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8" name="AutoShape 314"/>
            <p:cNvSpPr>
              <a:spLocks noChangeArrowheads="1"/>
            </p:cNvSpPr>
            <p:nvPr/>
          </p:nvSpPr>
          <p:spPr bwMode="auto">
            <a:xfrm>
              <a:off x="5417" y="3650"/>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19" name="Rectangle 315"/>
            <p:cNvSpPr>
              <a:spLocks noChangeArrowheads="1"/>
            </p:cNvSpPr>
            <p:nvPr/>
          </p:nvSpPr>
          <p:spPr bwMode="auto">
            <a:xfrm>
              <a:off x="5584" y="3748"/>
              <a:ext cx="56" cy="42"/>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20" name="AutoShape 316"/>
            <p:cNvSpPr>
              <a:spLocks noChangeArrowheads="1"/>
            </p:cNvSpPr>
            <p:nvPr/>
          </p:nvSpPr>
          <p:spPr bwMode="auto">
            <a:xfrm>
              <a:off x="5097" y="3760"/>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9821" name="Rectangle 317"/>
            <p:cNvSpPr>
              <a:spLocks noChangeArrowheads="1"/>
            </p:cNvSpPr>
            <p:nvPr/>
          </p:nvSpPr>
          <p:spPr bwMode="auto">
            <a:xfrm>
              <a:off x="5156" y="3532"/>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9822" name="Rectangle 318"/>
          <p:cNvSpPr>
            <a:spLocks noGrp="1" noChangeArrowheads="1"/>
          </p:cNvSpPr>
          <p:nvPr>
            <p:ph type="ctrTitle" sz="quarter"/>
          </p:nvPr>
        </p:nvSpPr>
        <p:spPr>
          <a:xfrm>
            <a:off x="685800" y="2286000"/>
            <a:ext cx="7772400" cy="1143000"/>
          </a:xfrm>
        </p:spPr>
        <p:txBody>
          <a:bodyPr/>
          <a:lstStyle>
            <a:lvl1pPr>
              <a:defRPr/>
            </a:lvl1pPr>
          </a:lstStyle>
          <a:p>
            <a:pPr lvl="0"/>
            <a:r>
              <a:rPr lang="zh-CN" altLang="en-US" noProof="0" smtClean="0"/>
              <a:t>单击此处编辑母版标题样式</a:t>
            </a:r>
          </a:p>
        </p:txBody>
      </p:sp>
      <p:sp>
        <p:nvSpPr>
          <p:cNvPr id="149823" name="Rectangle 319"/>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p>
        </p:txBody>
      </p:sp>
      <p:sp>
        <p:nvSpPr>
          <p:cNvPr id="149824" name="Rectangle 320"/>
          <p:cNvSpPr>
            <a:spLocks noGrp="1" noChangeArrowheads="1"/>
          </p:cNvSpPr>
          <p:nvPr>
            <p:ph type="dt" sz="quarter" idx="2"/>
          </p:nvPr>
        </p:nvSpPr>
        <p:spPr/>
        <p:txBody>
          <a:bodyPr/>
          <a:lstStyle>
            <a:lvl1pPr>
              <a:defRPr/>
            </a:lvl1pPr>
          </a:lstStyle>
          <a:p>
            <a:endParaRPr lang="zh-CN" altLang="en-US"/>
          </a:p>
        </p:txBody>
      </p:sp>
      <p:sp>
        <p:nvSpPr>
          <p:cNvPr id="149825" name="Rectangle 321"/>
          <p:cNvSpPr>
            <a:spLocks noGrp="1" noChangeArrowheads="1"/>
          </p:cNvSpPr>
          <p:nvPr>
            <p:ph type="ftr" sz="quarter" idx="3"/>
          </p:nvPr>
        </p:nvSpPr>
        <p:spPr/>
        <p:txBody>
          <a:bodyPr/>
          <a:lstStyle>
            <a:lvl1pPr>
              <a:defRPr/>
            </a:lvl1pPr>
          </a:lstStyle>
          <a:p>
            <a:endParaRPr lang="zh-CN" altLang="en-US"/>
          </a:p>
        </p:txBody>
      </p:sp>
      <p:sp>
        <p:nvSpPr>
          <p:cNvPr id="149826" name="Rectangle 322"/>
          <p:cNvSpPr>
            <a:spLocks noGrp="1" noChangeArrowheads="1"/>
          </p:cNvSpPr>
          <p:nvPr>
            <p:ph type="sldNum" sz="quarter" idx="4"/>
          </p:nvPr>
        </p:nvSpPr>
        <p:spPr/>
        <p:txBody>
          <a:bodyPr/>
          <a:lstStyle>
            <a:lvl1pPr>
              <a:defRPr/>
            </a:lvl1pPr>
          </a:lstStyle>
          <a:p>
            <a:fld id="{4C008B41-A471-4B22-8C9F-0E21AF8F8669}" type="slidenum">
              <a:rPr lang="zh-CN" altLang="en-US" smtClean="0"/>
              <a:pPr/>
              <a:t>‹#›</a:t>
            </a:fld>
            <a:endParaRPr lang="zh-CN" altLang="en-US"/>
          </a:p>
        </p:txBody>
      </p:sp>
    </p:spTree>
  </p:cSld>
  <p:clrMapOvr>
    <a:masterClrMapping/>
  </p:clrMapOvr>
  <p:transition spd="slow">
    <p:randomBar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F1B41BF-034E-4203-AC20-9DCE36499CE5}" type="slidenum">
              <a:rPr lang="zh-CN" altLang="en-US" smtClean="0"/>
              <a:pPr/>
              <a:t>‹#›</a:t>
            </a:fld>
            <a:endParaRPr lang="zh-CN" altLang="en-US"/>
          </a:p>
        </p:txBody>
      </p:sp>
    </p:spTree>
    <p:extLst>
      <p:ext uri="{BB962C8B-B14F-4D97-AF65-F5344CB8AC3E}">
        <p14:creationId xmlns:p14="http://schemas.microsoft.com/office/powerpoint/2010/main" val="2115625814"/>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F4EC663-C1A0-4B6B-9EDF-9BCD550B1D3D}" type="slidenum">
              <a:rPr lang="zh-CN" altLang="en-US" smtClean="0"/>
              <a:pPr/>
              <a:t>‹#›</a:t>
            </a:fld>
            <a:endParaRPr lang="zh-CN" altLang="en-US"/>
          </a:p>
        </p:txBody>
      </p:sp>
    </p:spTree>
    <p:extLst>
      <p:ext uri="{BB962C8B-B14F-4D97-AF65-F5344CB8AC3E}">
        <p14:creationId xmlns:p14="http://schemas.microsoft.com/office/powerpoint/2010/main" val="3456865142"/>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F33F535C-520D-4926-AE50-F3A94955B32A}" type="slidenum">
              <a:rPr lang="zh-CN" altLang="en-US" smtClean="0"/>
              <a:pPr/>
              <a:t>‹#›</a:t>
            </a:fld>
            <a:endParaRPr lang="zh-CN" altLang="en-US"/>
          </a:p>
        </p:txBody>
      </p:sp>
    </p:spTree>
    <p:extLst>
      <p:ext uri="{BB962C8B-B14F-4D97-AF65-F5344CB8AC3E}">
        <p14:creationId xmlns:p14="http://schemas.microsoft.com/office/powerpoint/2010/main" val="2811040880"/>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B58FB108-D2AF-4034-8CBE-59A0B7F1B440}" type="slidenum">
              <a:rPr lang="zh-CN" altLang="en-US" smtClean="0"/>
              <a:pPr/>
              <a:t>‹#›</a:t>
            </a:fld>
            <a:endParaRPr lang="zh-CN" altLang="en-US"/>
          </a:p>
        </p:txBody>
      </p:sp>
    </p:spTree>
    <p:extLst>
      <p:ext uri="{BB962C8B-B14F-4D97-AF65-F5344CB8AC3E}">
        <p14:creationId xmlns:p14="http://schemas.microsoft.com/office/powerpoint/2010/main" val="37893414"/>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4B8309F-4B4F-438F-8EF4-A401D0E878A6}" type="slidenum">
              <a:rPr lang="zh-CN" altLang="en-US" smtClean="0"/>
              <a:pPr/>
              <a:t>‹#›</a:t>
            </a:fld>
            <a:endParaRPr lang="zh-CN" altLang="en-US"/>
          </a:p>
        </p:txBody>
      </p:sp>
    </p:spTree>
    <p:extLst>
      <p:ext uri="{BB962C8B-B14F-4D97-AF65-F5344CB8AC3E}">
        <p14:creationId xmlns:p14="http://schemas.microsoft.com/office/powerpoint/2010/main" val="385780000"/>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7DDF399-A9F3-4AC4-84B4-4D878A787225}" type="slidenum">
              <a:rPr lang="zh-CN" altLang="en-US" smtClean="0"/>
              <a:pPr/>
              <a:t>‹#›</a:t>
            </a:fld>
            <a:endParaRPr lang="zh-CN" altLang="en-US"/>
          </a:p>
        </p:txBody>
      </p:sp>
    </p:spTree>
    <p:extLst>
      <p:ext uri="{BB962C8B-B14F-4D97-AF65-F5344CB8AC3E}">
        <p14:creationId xmlns:p14="http://schemas.microsoft.com/office/powerpoint/2010/main" val="4167032486"/>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BC8289B8-8397-4D6B-941D-ADBB2320D3D3}" type="slidenum">
              <a:rPr lang="zh-CN" altLang="en-US" smtClean="0"/>
              <a:pPr/>
              <a:t>‹#›</a:t>
            </a:fld>
            <a:endParaRPr lang="zh-CN" altLang="en-US"/>
          </a:p>
        </p:txBody>
      </p:sp>
    </p:spTree>
    <p:extLst>
      <p:ext uri="{BB962C8B-B14F-4D97-AF65-F5344CB8AC3E}">
        <p14:creationId xmlns:p14="http://schemas.microsoft.com/office/powerpoint/2010/main" val="2963892746"/>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F9CA16E3-5745-4BB7-852F-09DEF3666504}" type="slidenum">
              <a:rPr lang="zh-CN" altLang="en-US" smtClean="0"/>
              <a:pPr/>
              <a:t>‹#›</a:t>
            </a:fld>
            <a:endParaRPr lang="zh-CN" altLang="en-US"/>
          </a:p>
        </p:txBody>
      </p:sp>
    </p:spTree>
    <p:extLst>
      <p:ext uri="{BB962C8B-B14F-4D97-AF65-F5344CB8AC3E}">
        <p14:creationId xmlns:p14="http://schemas.microsoft.com/office/powerpoint/2010/main" val="1238313488"/>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958D0B21-DBCF-4C76-9666-0A18EEC0A4E3}" type="slidenum">
              <a:rPr lang="zh-CN" altLang="en-US" smtClean="0"/>
              <a:pPr/>
              <a:t>‹#›</a:t>
            </a:fld>
            <a:endParaRPr lang="zh-CN" altLang="en-US"/>
          </a:p>
        </p:txBody>
      </p:sp>
    </p:spTree>
    <p:extLst>
      <p:ext uri="{BB962C8B-B14F-4D97-AF65-F5344CB8AC3E}">
        <p14:creationId xmlns:p14="http://schemas.microsoft.com/office/powerpoint/2010/main" val="73441010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6794A8D-6239-46F1-943F-690C42393178}" type="slidenum">
              <a:rPr lang="zh-CN" altLang="en-US" smtClean="0"/>
              <a:pPr/>
              <a:t>‹#›</a:t>
            </a:fld>
            <a:endParaRPr lang="zh-CN" altLang="en-US"/>
          </a:p>
        </p:txBody>
      </p:sp>
    </p:spTree>
    <p:extLst>
      <p:ext uri="{BB962C8B-B14F-4D97-AF65-F5344CB8AC3E}">
        <p14:creationId xmlns:p14="http://schemas.microsoft.com/office/powerpoint/2010/main" val="1862698689"/>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8482" name="Group 2"/>
          <p:cNvGrpSpPr>
            <a:grpSpLocks/>
          </p:cNvGrpSpPr>
          <p:nvPr/>
        </p:nvGrpSpPr>
        <p:grpSpPr bwMode="auto">
          <a:xfrm>
            <a:off x="44450" y="0"/>
            <a:ext cx="3252788" cy="6845300"/>
            <a:chOff x="28" y="0"/>
            <a:chExt cx="2049" cy="4312"/>
          </a:xfrm>
        </p:grpSpPr>
        <p:grpSp>
          <p:nvGrpSpPr>
            <p:cNvPr id="148483" name="Group 3"/>
            <p:cNvGrpSpPr>
              <a:grpSpLocks/>
            </p:cNvGrpSpPr>
            <p:nvPr/>
          </p:nvGrpSpPr>
          <p:grpSpPr bwMode="auto">
            <a:xfrm>
              <a:off x="68" y="6"/>
              <a:ext cx="2009" cy="4306"/>
              <a:chOff x="68" y="6"/>
              <a:chExt cx="2009" cy="4306"/>
            </a:xfrm>
          </p:grpSpPr>
          <p:sp>
            <p:nvSpPr>
              <p:cNvPr id="148484" name="AutoShape 4"/>
              <p:cNvSpPr>
                <a:spLocks noChangeArrowheads="1"/>
              </p:cNvSpPr>
              <p:nvPr/>
            </p:nvSpPr>
            <p:spPr bwMode="auto">
              <a:xfrm>
                <a:off x="838" y="868"/>
                <a:ext cx="54" cy="6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5" name="Rectangle 5"/>
              <p:cNvSpPr>
                <a:spLocks noChangeArrowheads="1"/>
              </p:cNvSpPr>
              <p:nvPr/>
            </p:nvSpPr>
            <p:spPr bwMode="auto">
              <a:xfrm>
                <a:off x="1121" y="628"/>
                <a:ext cx="14" cy="16"/>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6" name="AutoShape 6"/>
              <p:cNvSpPr>
                <a:spLocks noChangeArrowheads="1"/>
              </p:cNvSpPr>
              <p:nvPr/>
            </p:nvSpPr>
            <p:spPr bwMode="auto">
              <a:xfrm>
                <a:off x="2027" y="6"/>
                <a:ext cx="50" cy="59"/>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7" name="Rectangle 7"/>
              <p:cNvSpPr>
                <a:spLocks noChangeArrowheads="1"/>
              </p:cNvSpPr>
              <p:nvPr/>
            </p:nvSpPr>
            <p:spPr bwMode="auto">
              <a:xfrm>
                <a:off x="989" y="4242"/>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8" name="Rectangle 8"/>
              <p:cNvSpPr>
                <a:spLocks noChangeArrowheads="1"/>
              </p:cNvSpPr>
              <p:nvPr/>
            </p:nvSpPr>
            <p:spPr bwMode="auto">
              <a:xfrm>
                <a:off x="1740" y="290"/>
                <a:ext cx="46" cy="5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89" name="AutoShape 9"/>
              <p:cNvSpPr>
                <a:spLocks noChangeArrowheads="1"/>
              </p:cNvSpPr>
              <p:nvPr/>
            </p:nvSpPr>
            <p:spPr bwMode="auto">
              <a:xfrm>
                <a:off x="68" y="18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0" name="Rectangle 10"/>
              <p:cNvSpPr>
                <a:spLocks noChangeArrowheads="1"/>
              </p:cNvSpPr>
              <p:nvPr/>
            </p:nvSpPr>
            <p:spPr bwMode="auto">
              <a:xfrm>
                <a:off x="414" y="78"/>
                <a:ext cx="56" cy="4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1" name="Rectangle 11"/>
              <p:cNvSpPr>
                <a:spLocks noChangeArrowheads="1"/>
              </p:cNvSpPr>
              <p:nvPr/>
            </p:nvSpPr>
            <p:spPr bwMode="auto">
              <a:xfrm>
                <a:off x="772" y="28"/>
                <a:ext cx="53" cy="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2" name="Rectangle 12"/>
              <p:cNvSpPr>
                <a:spLocks noChangeArrowheads="1"/>
              </p:cNvSpPr>
              <p:nvPr/>
            </p:nvSpPr>
            <p:spPr bwMode="auto">
              <a:xfrm>
                <a:off x="627" y="4206"/>
                <a:ext cx="54"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3" name="AutoShape 13"/>
              <p:cNvSpPr>
                <a:spLocks noChangeArrowheads="1"/>
              </p:cNvSpPr>
              <p:nvPr/>
            </p:nvSpPr>
            <p:spPr bwMode="auto">
              <a:xfrm>
                <a:off x="1423"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4" name="AutoShape 14"/>
              <p:cNvSpPr>
                <a:spLocks noChangeArrowheads="1"/>
              </p:cNvSpPr>
              <p:nvPr/>
            </p:nvSpPr>
            <p:spPr bwMode="auto">
              <a:xfrm>
                <a:off x="84" y="4272"/>
                <a:ext cx="56" cy="40"/>
              </a:xfrm>
              <a:prstGeom prst="diamond">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5" name="Rectangle 15"/>
              <p:cNvSpPr>
                <a:spLocks noChangeArrowheads="1"/>
              </p:cNvSpPr>
              <p:nvPr/>
            </p:nvSpPr>
            <p:spPr bwMode="auto">
              <a:xfrm>
                <a:off x="1501" y="4206"/>
                <a:ext cx="55" cy="4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496" name="Group 16"/>
            <p:cNvGrpSpPr>
              <a:grpSpLocks/>
            </p:cNvGrpSpPr>
            <p:nvPr/>
          </p:nvGrpSpPr>
          <p:grpSpPr bwMode="auto">
            <a:xfrm>
              <a:off x="44" y="0"/>
              <a:ext cx="1875" cy="4312"/>
              <a:chOff x="44" y="0"/>
              <a:chExt cx="1875" cy="4312"/>
            </a:xfrm>
          </p:grpSpPr>
          <p:sp>
            <p:nvSpPr>
              <p:cNvPr id="148497" name="AutoShape 17"/>
              <p:cNvSpPr>
                <a:spLocks noChangeArrowheads="1"/>
              </p:cNvSpPr>
              <p:nvPr/>
            </p:nvSpPr>
            <p:spPr bwMode="auto">
              <a:xfrm>
                <a:off x="1087" y="1008"/>
                <a:ext cx="51" cy="59"/>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8" name="Rectangle 18"/>
              <p:cNvSpPr>
                <a:spLocks noChangeArrowheads="1"/>
              </p:cNvSpPr>
              <p:nvPr/>
            </p:nvSpPr>
            <p:spPr bwMode="auto">
              <a:xfrm>
                <a:off x="641" y="73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9" name="Rectangle 19"/>
              <p:cNvSpPr>
                <a:spLocks noChangeArrowheads="1"/>
              </p:cNvSpPr>
              <p:nvPr/>
            </p:nvSpPr>
            <p:spPr bwMode="auto">
              <a:xfrm>
                <a:off x="1868" y="194"/>
                <a:ext cx="51" cy="59"/>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0" name="AutoShape 20"/>
              <p:cNvSpPr>
                <a:spLocks noChangeArrowheads="1"/>
              </p:cNvSpPr>
              <p:nvPr/>
            </p:nvSpPr>
            <p:spPr bwMode="auto">
              <a:xfrm>
                <a:off x="653" y="1023"/>
                <a:ext cx="54"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1" name="Rectangle 21"/>
              <p:cNvSpPr>
                <a:spLocks noChangeArrowheads="1"/>
              </p:cNvSpPr>
              <p:nvPr/>
            </p:nvSpPr>
            <p:spPr bwMode="auto">
              <a:xfrm>
                <a:off x="395" y="4048"/>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2" name="Rectangle 22"/>
              <p:cNvSpPr>
                <a:spLocks noChangeArrowheads="1"/>
              </p:cNvSpPr>
              <p:nvPr/>
            </p:nvSpPr>
            <p:spPr bwMode="auto">
              <a:xfrm>
                <a:off x="292" y="1068"/>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3" name="Rectangle 23"/>
              <p:cNvSpPr>
                <a:spLocks noChangeArrowheads="1"/>
              </p:cNvSpPr>
              <p:nvPr/>
            </p:nvSpPr>
            <p:spPr bwMode="auto">
              <a:xfrm>
                <a:off x="175" y="913"/>
                <a:ext cx="14"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4" name="AutoShape 24"/>
              <p:cNvSpPr>
                <a:spLocks noChangeArrowheads="1"/>
              </p:cNvSpPr>
              <p:nvPr/>
            </p:nvSpPr>
            <p:spPr bwMode="auto">
              <a:xfrm>
                <a:off x="633" y="155"/>
                <a:ext cx="56" cy="41"/>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5" name="Rectangle 25"/>
              <p:cNvSpPr>
                <a:spLocks noChangeArrowheads="1"/>
              </p:cNvSpPr>
              <p:nvPr/>
            </p:nvSpPr>
            <p:spPr bwMode="auto">
              <a:xfrm>
                <a:off x="107" y="424"/>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6" name="Rectangle 26"/>
              <p:cNvSpPr>
                <a:spLocks noChangeArrowheads="1"/>
              </p:cNvSpPr>
              <p:nvPr/>
            </p:nvSpPr>
            <p:spPr bwMode="auto">
              <a:xfrm>
                <a:off x="290" y="0"/>
                <a:ext cx="56" cy="41"/>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7" name="AutoShape 27"/>
              <p:cNvSpPr>
                <a:spLocks noChangeArrowheads="1"/>
              </p:cNvSpPr>
              <p:nvPr/>
            </p:nvSpPr>
            <p:spPr bwMode="auto">
              <a:xfrm>
                <a:off x="1273" y="76"/>
                <a:ext cx="53" cy="60"/>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8" name="Rectangle 28"/>
              <p:cNvSpPr>
                <a:spLocks noChangeArrowheads="1"/>
              </p:cNvSpPr>
              <p:nvPr/>
            </p:nvSpPr>
            <p:spPr bwMode="auto">
              <a:xfrm>
                <a:off x="1115" y="376"/>
                <a:ext cx="53" cy="6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9" name="Rectangle 29"/>
              <p:cNvSpPr>
                <a:spLocks noChangeArrowheads="1"/>
              </p:cNvSpPr>
              <p:nvPr/>
            </p:nvSpPr>
            <p:spPr bwMode="auto">
              <a:xfrm>
                <a:off x="789" y="4180"/>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0" name="Rectangle 30"/>
              <p:cNvSpPr>
                <a:spLocks noChangeArrowheads="1"/>
              </p:cNvSpPr>
              <p:nvPr/>
            </p:nvSpPr>
            <p:spPr bwMode="auto">
              <a:xfrm>
                <a:off x="949" y="4192"/>
                <a:ext cx="55"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1" name="AutoShape 31"/>
              <p:cNvSpPr>
                <a:spLocks noChangeArrowheads="1"/>
              </p:cNvSpPr>
              <p:nvPr/>
            </p:nvSpPr>
            <p:spPr bwMode="auto">
              <a:xfrm>
                <a:off x="285" y="4269"/>
                <a:ext cx="55" cy="43"/>
              </a:xfrm>
              <a:prstGeom prst="diamond">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2" name="Rectangle 32"/>
              <p:cNvSpPr>
                <a:spLocks noChangeArrowheads="1"/>
              </p:cNvSpPr>
              <p:nvPr/>
            </p:nvSpPr>
            <p:spPr bwMode="auto">
              <a:xfrm>
                <a:off x="44" y="2265"/>
                <a:ext cx="31"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3" name="Rectangle 33"/>
              <p:cNvSpPr>
                <a:spLocks noChangeArrowheads="1"/>
              </p:cNvSpPr>
              <p:nvPr/>
            </p:nvSpPr>
            <p:spPr bwMode="auto">
              <a:xfrm>
                <a:off x="1664" y="4180"/>
                <a:ext cx="54" cy="43"/>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14" name="Group 34"/>
            <p:cNvGrpSpPr>
              <a:grpSpLocks/>
            </p:cNvGrpSpPr>
            <p:nvPr/>
          </p:nvGrpSpPr>
          <p:grpSpPr bwMode="auto">
            <a:xfrm>
              <a:off x="28" y="46"/>
              <a:ext cx="1757" cy="4266"/>
              <a:chOff x="28" y="46"/>
              <a:chExt cx="1757" cy="4266"/>
            </a:xfrm>
          </p:grpSpPr>
          <p:sp>
            <p:nvSpPr>
              <p:cNvPr id="148515" name="AutoShape 35"/>
              <p:cNvSpPr>
                <a:spLocks noChangeArrowheads="1"/>
              </p:cNvSpPr>
              <p:nvPr/>
            </p:nvSpPr>
            <p:spPr bwMode="auto">
              <a:xfrm>
                <a:off x="1212" y="759"/>
                <a:ext cx="54" cy="43"/>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6" name="Rectangle 36"/>
              <p:cNvSpPr>
                <a:spLocks noChangeArrowheads="1"/>
              </p:cNvSpPr>
              <p:nvPr/>
            </p:nvSpPr>
            <p:spPr bwMode="auto">
              <a:xfrm>
                <a:off x="1574" y="611"/>
                <a:ext cx="56" cy="42"/>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7" name="Rectangle 37"/>
              <p:cNvSpPr>
                <a:spLocks noChangeArrowheads="1"/>
              </p:cNvSpPr>
              <p:nvPr/>
            </p:nvSpPr>
            <p:spPr bwMode="auto">
              <a:xfrm>
                <a:off x="1238" y="496"/>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8" name="AutoShape 38"/>
              <p:cNvSpPr>
                <a:spLocks noChangeArrowheads="1"/>
              </p:cNvSpPr>
              <p:nvPr/>
            </p:nvSpPr>
            <p:spPr bwMode="auto">
              <a:xfrm>
                <a:off x="961" y="68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19" name="AutoShape 39"/>
              <p:cNvSpPr>
                <a:spLocks noChangeArrowheads="1"/>
              </p:cNvSpPr>
              <p:nvPr/>
            </p:nvSpPr>
            <p:spPr bwMode="auto">
              <a:xfrm>
                <a:off x="286" y="1585"/>
                <a:ext cx="52" cy="58"/>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0" name="AutoShape 40"/>
              <p:cNvSpPr>
                <a:spLocks noChangeArrowheads="1"/>
              </p:cNvSpPr>
              <p:nvPr/>
            </p:nvSpPr>
            <p:spPr bwMode="auto">
              <a:xfrm>
                <a:off x="866" y="110"/>
                <a:ext cx="50"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1" name="AutoShape 41"/>
              <p:cNvSpPr>
                <a:spLocks noChangeArrowheads="1"/>
              </p:cNvSpPr>
              <p:nvPr/>
            </p:nvSpPr>
            <p:spPr bwMode="auto">
              <a:xfrm>
                <a:off x="512" y="1150"/>
                <a:ext cx="53"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2" name="Rectangle 42"/>
              <p:cNvSpPr>
                <a:spLocks noChangeArrowheads="1"/>
              </p:cNvSpPr>
              <p:nvPr/>
            </p:nvSpPr>
            <p:spPr bwMode="auto">
              <a:xfrm>
                <a:off x="179" y="244"/>
                <a:ext cx="56" cy="41"/>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3" name="Rectangle 43"/>
              <p:cNvSpPr>
                <a:spLocks noChangeArrowheads="1"/>
              </p:cNvSpPr>
              <p:nvPr/>
            </p:nvSpPr>
            <p:spPr bwMode="auto">
              <a:xfrm>
                <a:off x="444" y="246"/>
                <a:ext cx="24" cy="17"/>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4" name="AutoShape 44"/>
              <p:cNvSpPr>
                <a:spLocks noChangeArrowheads="1"/>
              </p:cNvSpPr>
              <p:nvPr/>
            </p:nvSpPr>
            <p:spPr bwMode="auto">
              <a:xfrm>
                <a:off x="1036" y="3982"/>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5" name="AutoShape 45"/>
              <p:cNvSpPr>
                <a:spLocks noChangeArrowheads="1"/>
              </p:cNvSpPr>
              <p:nvPr/>
            </p:nvSpPr>
            <p:spPr bwMode="auto">
              <a:xfrm>
                <a:off x="212" y="90"/>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6" name="AutoShape 46"/>
              <p:cNvSpPr>
                <a:spLocks noChangeArrowheads="1"/>
              </p:cNvSpPr>
              <p:nvPr/>
            </p:nvSpPr>
            <p:spPr bwMode="auto">
              <a:xfrm>
                <a:off x="571" y="46"/>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7" name="AutoShape 47"/>
              <p:cNvSpPr>
                <a:spLocks noChangeArrowheads="1"/>
              </p:cNvSpPr>
              <p:nvPr/>
            </p:nvSpPr>
            <p:spPr bwMode="auto">
              <a:xfrm>
                <a:off x="500" y="787"/>
                <a:ext cx="55" cy="41"/>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8" name="AutoShape 48"/>
              <p:cNvSpPr>
                <a:spLocks noChangeArrowheads="1"/>
              </p:cNvSpPr>
              <p:nvPr/>
            </p:nvSpPr>
            <p:spPr bwMode="auto">
              <a:xfrm>
                <a:off x="344" y="899"/>
                <a:ext cx="56" cy="4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29" name="AutoShape 49"/>
              <p:cNvSpPr>
                <a:spLocks noChangeArrowheads="1"/>
              </p:cNvSpPr>
              <p:nvPr/>
            </p:nvSpPr>
            <p:spPr bwMode="auto">
              <a:xfrm>
                <a:off x="34" y="395"/>
                <a:ext cx="55"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0" name="Rectangle 50"/>
              <p:cNvSpPr>
                <a:spLocks noChangeArrowheads="1"/>
              </p:cNvSpPr>
              <p:nvPr/>
            </p:nvSpPr>
            <p:spPr bwMode="auto">
              <a:xfrm>
                <a:off x="1358" y="292"/>
                <a:ext cx="22" cy="24"/>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1" name="Rectangle 51"/>
              <p:cNvSpPr>
                <a:spLocks noChangeArrowheads="1"/>
              </p:cNvSpPr>
              <p:nvPr/>
            </p:nvSpPr>
            <p:spPr bwMode="auto">
              <a:xfrm>
                <a:off x="1561" y="196"/>
                <a:ext cx="53" cy="60"/>
              </a:xfrm>
              <a:prstGeom prst="rect">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2" name="AutoShape 52"/>
              <p:cNvSpPr>
                <a:spLocks noChangeArrowheads="1"/>
              </p:cNvSpPr>
              <p:nvPr/>
            </p:nvSpPr>
            <p:spPr bwMode="auto">
              <a:xfrm>
                <a:off x="942" y="196"/>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3" name="AutoShape 53"/>
              <p:cNvSpPr>
                <a:spLocks noChangeArrowheads="1"/>
              </p:cNvSpPr>
              <p:nvPr/>
            </p:nvSpPr>
            <p:spPr bwMode="auto">
              <a:xfrm>
                <a:off x="1113" y="22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4" name="AutoShape 54"/>
              <p:cNvSpPr>
                <a:spLocks noChangeArrowheads="1"/>
              </p:cNvSpPr>
              <p:nvPr/>
            </p:nvSpPr>
            <p:spPr bwMode="auto">
              <a:xfrm>
                <a:off x="472" y="3760"/>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5" name="AutoShape 55"/>
              <p:cNvSpPr>
                <a:spLocks noChangeArrowheads="1"/>
              </p:cNvSpPr>
              <p:nvPr/>
            </p:nvSpPr>
            <p:spPr bwMode="auto">
              <a:xfrm>
                <a:off x="686" y="4228"/>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6" name="AutoShape 56"/>
              <p:cNvSpPr>
                <a:spLocks noChangeArrowheads="1"/>
              </p:cNvSpPr>
              <p:nvPr/>
            </p:nvSpPr>
            <p:spPr bwMode="auto">
              <a:xfrm>
                <a:off x="857"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7" name="AutoShape 57"/>
              <p:cNvSpPr>
                <a:spLocks noChangeArrowheads="1"/>
              </p:cNvSpPr>
              <p:nvPr/>
            </p:nvSpPr>
            <p:spPr bwMode="auto">
              <a:xfrm>
                <a:off x="28" y="4255"/>
                <a:ext cx="56" cy="42"/>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8" name="AutoShape 58"/>
              <p:cNvSpPr>
                <a:spLocks noChangeArrowheads="1"/>
              </p:cNvSpPr>
              <p:nvPr/>
            </p:nvSpPr>
            <p:spPr bwMode="auto">
              <a:xfrm>
                <a:off x="516" y="4204"/>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9" name="AutoShape 59"/>
              <p:cNvSpPr>
                <a:spLocks noChangeArrowheads="1"/>
              </p:cNvSpPr>
              <p:nvPr/>
            </p:nvSpPr>
            <p:spPr bwMode="auto">
              <a:xfrm>
                <a:off x="1065" y="4242"/>
                <a:ext cx="73" cy="7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0" name="AutoShape 60"/>
              <p:cNvSpPr>
                <a:spLocks noChangeArrowheads="1"/>
              </p:cNvSpPr>
              <p:nvPr/>
            </p:nvSpPr>
            <p:spPr bwMode="auto">
              <a:xfrm>
                <a:off x="1230" y="4252"/>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1" name="AutoShape 61"/>
              <p:cNvSpPr>
                <a:spLocks noChangeArrowheads="1"/>
              </p:cNvSpPr>
              <p:nvPr/>
            </p:nvSpPr>
            <p:spPr bwMode="auto">
              <a:xfrm>
                <a:off x="1196" y="4130"/>
                <a:ext cx="51"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2" name="AutoShape 62"/>
              <p:cNvSpPr>
                <a:spLocks noChangeArrowheads="1"/>
              </p:cNvSpPr>
              <p:nvPr/>
            </p:nvSpPr>
            <p:spPr bwMode="auto">
              <a:xfrm>
                <a:off x="215" y="4157"/>
                <a:ext cx="72" cy="59"/>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3" name="AutoShape 63"/>
              <p:cNvSpPr>
                <a:spLocks noChangeArrowheads="1"/>
              </p:cNvSpPr>
              <p:nvPr/>
            </p:nvSpPr>
            <p:spPr bwMode="auto">
              <a:xfrm>
                <a:off x="1561" y="4228"/>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4" name="AutoShape 64"/>
              <p:cNvSpPr>
                <a:spLocks noChangeArrowheads="1"/>
              </p:cNvSpPr>
              <p:nvPr/>
            </p:nvSpPr>
            <p:spPr bwMode="auto">
              <a:xfrm>
                <a:off x="1732" y="4252"/>
                <a:ext cx="53"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5" name="AutoShape 65"/>
              <p:cNvSpPr>
                <a:spLocks noChangeArrowheads="1"/>
              </p:cNvSpPr>
              <p:nvPr/>
            </p:nvSpPr>
            <p:spPr bwMode="auto">
              <a:xfrm>
                <a:off x="1390" y="4204"/>
                <a:ext cx="54" cy="60"/>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6" name="AutoShape 66"/>
              <p:cNvSpPr>
                <a:spLocks noChangeArrowheads="1"/>
              </p:cNvSpPr>
              <p:nvPr/>
            </p:nvSpPr>
            <p:spPr bwMode="auto">
              <a:xfrm>
                <a:off x="35" y="862"/>
                <a:ext cx="54" cy="44"/>
              </a:xfrm>
              <a:prstGeom prst="diamond">
                <a:avLst/>
              </a:prstGeom>
              <a:solidFill>
                <a:srgbClr val="FF7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47" name="Group 67"/>
            <p:cNvGrpSpPr>
              <a:grpSpLocks/>
            </p:cNvGrpSpPr>
            <p:nvPr/>
          </p:nvGrpSpPr>
          <p:grpSpPr bwMode="auto">
            <a:xfrm>
              <a:off x="88" y="16"/>
              <a:ext cx="1452" cy="4278"/>
              <a:chOff x="88" y="16"/>
              <a:chExt cx="1452" cy="4278"/>
            </a:xfrm>
          </p:grpSpPr>
          <p:sp>
            <p:nvSpPr>
              <p:cNvPr id="148548" name="AutoShape 68"/>
              <p:cNvSpPr>
                <a:spLocks noChangeArrowheads="1"/>
              </p:cNvSpPr>
              <p:nvPr/>
            </p:nvSpPr>
            <p:spPr bwMode="auto">
              <a:xfrm>
                <a:off x="496" y="940"/>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49" name="AutoShape 69"/>
              <p:cNvSpPr>
                <a:spLocks noChangeArrowheads="1"/>
              </p:cNvSpPr>
              <p:nvPr/>
            </p:nvSpPr>
            <p:spPr bwMode="auto">
              <a:xfrm>
                <a:off x="1356" y="592"/>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0" name="Rectangle 70"/>
              <p:cNvSpPr>
                <a:spLocks noChangeArrowheads="1"/>
              </p:cNvSpPr>
              <p:nvPr/>
            </p:nvSpPr>
            <p:spPr bwMode="auto">
              <a:xfrm>
                <a:off x="400" y="1797"/>
                <a:ext cx="51" cy="59"/>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1" name="AutoShape 71"/>
              <p:cNvSpPr>
                <a:spLocks noChangeArrowheads="1"/>
              </p:cNvSpPr>
              <p:nvPr/>
            </p:nvSpPr>
            <p:spPr bwMode="auto">
              <a:xfrm>
                <a:off x="140" y="1927"/>
                <a:ext cx="51" cy="59"/>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2" name="Rectangle 72"/>
              <p:cNvSpPr>
                <a:spLocks noChangeArrowheads="1"/>
              </p:cNvSpPr>
              <p:nvPr/>
            </p:nvSpPr>
            <p:spPr bwMode="auto">
              <a:xfrm>
                <a:off x="88" y="1289"/>
                <a:ext cx="53" cy="42"/>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3" name="AutoShape 73"/>
              <p:cNvSpPr>
                <a:spLocks noChangeArrowheads="1"/>
              </p:cNvSpPr>
              <p:nvPr/>
            </p:nvSpPr>
            <p:spPr bwMode="auto">
              <a:xfrm>
                <a:off x="1252" y="200"/>
                <a:ext cx="55"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4" name="Rectangle 74"/>
              <p:cNvSpPr>
                <a:spLocks noChangeArrowheads="1"/>
              </p:cNvSpPr>
              <p:nvPr/>
            </p:nvSpPr>
            <p:spPr bwMode="auto">
              <a:xfrm>
                <a:off x="327" y="442"/>
                <a:ext cx="55" cy="4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5" name="AutoShape 75"/>
              <p:cNvSpPr>
                <a:spLocks noChangeArrowheads="1"/>
              </p:cNvSpPr>
              <p:nvPr/>
            </p:nvSpPr>
            <p:spPr bwMode="auto">
              <a:xfrm>
                <a:off x="324" y="157"/>
                <a:ext cx="55" cy="41"/>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6" name="AutoShape 76"/>
              <p:cNvSpPr>
                <a:spLocks noChangeArrowheads="1"/>
              </p:cNvSpPr>
              <p:nvPr/>
            </p:nvSpPr>
            <p:spPr bwMode="auto">
              <a:xfrm>
                <a:off x="414" y="612"/>
                <a:ext cx="56" cy="42"/>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7" name="AutoShape 77"/>
              <p:cNvSpPr>
                <a:spLocks noChangeArrowheads="1"/>
              </p:cNvSpPr>
              <p:nvPr/>
            </p:nvSpPr>
            <p:spPr bwMode="auto">
              <a:xfrm>
                <a:off x="868"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8" name="AutoShape 78"/>
              <p:cNvSpPr>
                <a:spLocks noChangeArrowheads="1"/>
              </p:cNvSpPr>
              <p:nvPr/>
            </p:nvSpPr>
            <p:spPr bwMode="auto">
              <a:xfrm>
                <a:off x="1476" y="388"/>
                <a:ext cx="53" cy="60"/>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59" name="AutoShape 79"/>
              <p:cNvSpPr>
                <a:spLocks noChangeArrowheads="1"/>
              </p:cNvSpPr>
              <p:nvPr/>
            </p:nvSpPr>
            <p:spPr bwMode="auto">
              <a:xfrm>
                <a:off x="860" y="3792"/>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0" name="AutoShape 80"/>
              <p:cNvSpPr>
                <a:spLocks noChangeArrowheads="1"/>
              </p:cNvSpPr>
              <p:nvPr/>
            </p:nvSpPr>
            <p:spPr bwMode="auto">
              <a:xfrm>
                <a:off x="434" y="4248"/>
                <a:ext cx="50" cy="46"/>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1" name="AutoShape 81"/>
              <p:cNvSpPr>
                <a:spLocks noChangeArrowheads="1"/>
              </p:cNvSpPr>
              <p:nvPr/>
            </p:nvSpPr>
            <p:spPr bwMode="auto">
              <a:xfrm>
                <a:off x="199" y="3456"/>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2" name="AutoShape 82"/>
              <p:cNvSpPr>
                <a:spLocks noChangeArrowheads="1"/>
              </p:cNvSpPr>
              <p:nvPr/>
            </p:nvSpPr>
            <p:spPr bwMode="auto">
              <a:xfrm>
                <a:off x="1497" y="16"/>
                <a:ext cx="43" cy="4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3" name="AutoShape 83"/>
              <p:cNvSpPr>
                <a:spLocks noChangeArrowheads="1"/>
              </p:cNvSpPr>
              <p:nvPr/>
            </p:nvSpPr>
            <p:spPr bwMode="auto">
              <a:xfrm>
                <a:off x="156" y="3990"/>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4" name="AutoShape 84"/>
              <p:cNvSpPr>
                <a:spLocks noChangeArrowheads="1"/>
              </p:cNvSpPr>
              <p:nvPr/>
            </p:nvSpPr>
            <p:spPr bwMode="auto">
              <a:xfrm>
                <a:off x="1330" y="4092"/>
                <a:ext cx="50"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5" name="AutoShape 85"/>
              <p:cNvSpPr>
                <a:spLocks noChangeArrowheads="1"/>
              </p:cNvSpPr>
              <p:nvPr/>
            </p:nvSpPr>
            <p:spPr bwMode="auto">
              <a:xfrm>
                <a:off x="540" y="4152"/>
                <a:ext cx="51" cy="58"/>
              </a:xfrm>
              <a:prstGeom prst="diamond">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66" name="Group 86"/>
            <p:cNvGrpSpPr>
              <a:grpSpLocks/>
            </p:cNvGrpSpPr>
            <p:nvPr/>
          </p:nvGrpSpPr>
          <p:grpSpPr bwMode="auto">
            <a:xfrm>
              <a:off x="84" y="52"/>
              <a:ext cx="1799" cy="4260"/>
              <a:chOff x="84" y="52"/>
              <a:chExt cx="1799" cy="4260"/>
            </a:xfrm>
          </p:grpSpPr>
          <p:grpSp>
            <p:nvGrpSpPr>
              <p:cNvPr id="148567" name="Group 87"/>
              <p:cNvGrpSpPr>
                <a:grpSpLocks/>
              </p:cNvGrpSpPr>
              <p:nvPr/>
            </p:nvGrpSpPr>
            <p:grpSpPr bwMode="auto">
              <a:xfrm>
                <a:off x="89" y="52"/>
                <a:ext cx="1717" cy="4219"/>
                <a:chOff x="89" y="52"/>
                <a:chExt cx="1717" cy="4219"/>
              </a:xfrm>
            </p:grpSpPr>
            <p:sp>
              <p:nvSpPr>
                <p:cNvPr id="148568" name="AutoShape 88"/>
                <p:cNvSpPr>
                  <a:spLocks noChangeArrowheads="1"/>
                </p:cNvSpPr>
                <p:nvPr/>
              </p:nvSpPr>
              <p:spPr bwMode="auto">
                <a:xfrm>
                  <a:off x="356" y="2272"/>
                  <a:ext cx="51" cy="59"/>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9" name="AutoShape 89"/>
                <p:cNvSpPr>
                  <a:spLocks noChangeArrowheads="1"/>
                </p:cNvSpPr>
                <p:nvPr/>
              </p:nvSpPr>
              <p:spPr bwMode="auto">
                <a:xfrm>
                  <a:off x="289" y="2789"/>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0" name="Rectangle 90"/>
                <p:cNvSpPr>
                  <a:spLocks noChangeArrowheads="1"/>
                </p:cNvSpPr>
                <p:nvPr/>
              </p:nvSpPr>
              <p:spPr bwMode="auto">
                <a:xfrm>
                  <a:off x="535" y="494"/>
                  <a:ext cx="56" cy="41"/>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1" name="AutoShape 91"/>
                <p:cNvSpPr>
                  <a:spLocks noChangeArrowheads="1"/>
                </p:cNvSpPr>
                <p:nvPr/>
              </p:nvSpPr>
              <p:spPr bwMode="auto">
                <a:xfrm>
                  <a:off x="89" y="626"/>
                  <a:ext cx="56" cy="4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2" name="Rectangle 92"/>
                <p:cNvSpPr>
                  <a:spLocks noChangeArrowheads="1"/>
                </p:cNvSpPr>
                <p:nvPr/>
              </p:nvSpPr>
              <p:spPr bwMode="auto">
                <a:xfrm>
                  <a:off x="740" y="220"/>
                  <a:ext cx="53" cy="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3" name="AutoShape 93"/>
                <p:cNvSpPr>
                  <a:spLocks noChangeArrowheads="1"/>
                </p:cNvSpPr>
                <p:nvPr/>
              </p:nvSpPr>
              <p:spPr bwMode="auto">
                <a:xfrm>
                  <a:off x="1732" y="52"/>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4" name="AutoShape 94"/>
                <p:cNvSpPr>
                  <a:spLocks noChangeArrowheads="1"/>
                </p:cNvSpPr>
                <p:nvPr/>
              </p:nvSpPr>
              <p:spPr bwMode="auto">
                <a:xfrm>
                  <a:off x="878" y="4060"/>
                  <a:ext cx="54"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5" name="AutoShape 95"/>
                <p:cNvSpPr>
                  <a:spLocks noChangeArrowheads="1"/>
                </p:cNvSpPr>
                <p:nvPr/>
              </p:nvSpPr>
              <p:spPr bwMode="auto">
                <a:xfrm>
                  <a:off x="1324" y="4229"/>
                  <a:ext cx="54" cy="42"/>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6" name="AutoShape 96"/>
                <p:cNvSpPr>
                  <a:spLocks noChangeArrowheads="1"/>
                </p:cNvSpPr>
                <p:nvPr/>
              </p:nvSpPr>
              <p:spPr bwMode="auto">
                <a:xfrm>
                  <a:off x="94" y="4184"/>
                  <a:ext cx="33" cy="66"/>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7" name="AutoShape 97"/>
                <p:cNvSpPr>
                  <a:spLocks noChangeArrowheads="1"/>
                </p:cNvSpPr>
                <p:nvPr/>
              </p:nvSpPr>
              <p:spPr bwMode="auto">
                <a:xfrm>
                  <a:off x="1753" y="4060"/>
                  <a:ext cx="53" cy="60"/>
                </a:xfrm>
                <a:prstGeom prst="diamond">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8578" name="AutoShape 98"/>
              <p:cNvSpPr>
                <a:spLocks noChangeArrowheads="1"/>
              </p:cNvSpPr>
              <p:nvPr/>
            </p:nvSpPr>
            <p:spPr bwMode="auto">
              <a:xfrm>
                <a:off x="730" y="3976"/>
                <a:ext cx="54"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9" name="Rectangle 99"/>
              <p:cNvSpPr>
                <a:spLocks noChangeArrowheads="1"/>
              </p:cNvSpPr>
              <p:nvPr/>
            </p:nvSpPr>
            <p:spPr bwMode="auto">
              <a:xfrm>
                <a:off x="256" y="724"/>
                <a:ext cx="56" cy="42"/>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0" name="AutoShape 100"/>
              <p:cNvSpPr>
                <a:spLocks noChangeArrowheads="1"/>
              </p:cNvSpPr>
              <p:nvPr/>
            </p:nvSpPr>
            <p:spPr bwMode="auto">
              <a:xfrm>
                <a:off x="312" y="338"/>
                <a:ext cx="56" cy="41"/>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1" name="Rectangle 101"/>
              <p:cNvSpPr>
                <a:spLocks noChangeArrowheads="1"/>
              </p:cNvSpPr>
              <p:nvPr/>
            </p:nvSpPr>
            <p:spPr bwMode="auto">
              <a:xfrm>
                <a:off x="953" y="76"/>
                <a:ext cx="32" cy="3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2" name="AutoShape 102"/>
              <p:cNvSpPr>
                <a:spLocks noChangeArrowheads="1"/>
              </p:cNvSpPr>
              <p:nvPr/>
            </p:nvSpPr>
            <p:spPr bwMode="auto">
              <a:xfrm>
                <a:off x="900" y="4216"/>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3" name="AutoShape 103"/>
              <p:cNvSpPr>
                <a:spLocks noChangeArrowheads="1"/>
              </p:cNvSpPr>
              <p:nvPr/>
            </p:nvSpPr>
            <p:spPr bwMode="auto">
              <a:xfrm>
                <a:off x="627" y="4253"/>
                <a:ext cx="50"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4" name="AutoShape 104"/>
              <p:cNvSpPr>
                <a:spLocks noChangeArrowheads="1"/>
              </p:cNvSpPr>
              <p:nvPr/>
            </p:nvSpPr>
            <p:spPr bwMode="auto">
              <a:xfrm>
                <a:off x="292" y="4207"/>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5" name="AutoShape 105"/>
              <p:cNvSpPr>
                <a:spLocks noChangeArrowheads="1"/>
              </p:cNvSpPr>
              <p:nvPr/>
            </p:nvSpPr>
            <p:spPr bwMode="auto">
              <a:xfrm>
                <a:off x="164" y="3739"/>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6" name="AutoShape 106"/>
              <p:cNvSpPr>
                <a:spLocks noChangeArrowheads="1"/>
              </p:cNvSpPr>
              <p:nvPr/>
            </p:nvSpPr>
            <p:spPr bwMode="auto">
              <a:xfrm>
                <a:off x="84" y="4090"/>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7" name="AutoShape 107"/>
              <p:cNvSpPr>
                <a:spLocks noChangeArrowheads="1"/>
              </p:cNvSpPr>
              <p:nvPr/>
            </p:nvSpPr>
            <p:spPr bwMode="auto">
              <a:xfrm>
                <a:off x="1828" y="4269"/>
                <a:ext cx="55" cy="43"/>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88" name="AutoShape 108"/>
              <p:cNvSpPr>
                <a:spLocks noChangeArrowheads="1"/>
              </p:cNvSpPr>
              <p:nvPr/>
            </p:nvSpPr>
            <p:spPr bwMode="auto">
              <a:xfrm>
                <a:off x="1501" y="4253"/>
                <a:ext cx="51" cy="59"/>
              </a:xfrm>
              <a:prstGeom prst="diamond">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89" name="Group 109"/>
            <p:cNvGrpSpPr>
              <a:grpSpLocks/>
            </p:cNvGrpSpPr>
            <p:nvPr/>
          </p:nvGrpSpPr>
          <p:grpSpPr bwMode="auto">
            <a:xfrm>
              <a:off x="34" y="16"/>
              <a:ext cx="1654" cy="4272"/>
              <a:chOff x="34" y="16"/>
              <a:chExt cx="1654" cy="4272"/>
            </a:xfrm>
          </p:grpSpPr>
          <p:sp>
            <p:nvSpPr>
              <p:cNvPr id="148590" name="Rectangle 110"/>
              <p:cNvSpPr>
                <a:spLocks noChangeArrowheads="1"/>
              </p:cNvSpPr>
              <p:nvPr/>
            </p:nvSpPr>
            <p:spPr bwMode="auto">
              <a:xfrm>
                <a:off x="1344" y="974"/>
                <a:ext cx="46" cy="5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1" name="Rectangle 111"/>
              <p:cNvSpPr>
                <a:spLocks noChangeArrowheads="1"/>
              </p:cNvSpPr>
              <p:nvPr/>
            </p:nvSpPr>
            <p:spPr bwMode="auto">
              <a:xfrm>
                <a:off x="460" y="2641"/>
                <a:ext cx="25" cy="28"/>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2" name="Rectangle 112"/>
              <p:cNvSpPr>
                <a:spLocks noChangeArrowheads="1"/>
              </p:cNvSpPr>
              <p:nvPr/>
            </p:nvSpPr>
            <p:spPr bwMode="auto">
              <a:xfrm>
                <a:off x="1445" y="206"/>
                <a:ext cx="55"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3" name="AutoShape 113"/>
              <p:cNvSpPr>
                <a:spLocks noChangeArrowheads="1"/>
              </p:cNvSpPr>
              <p:nvPr/>
            </p:nvSpPr>
            <p:spPr bwMode="auto">
              <a:xfrm>
                <a:off x="786" y="1150"/>
                <a:ext cx="55" cy="43"/>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4" name="AutoShape 114"/>
              <p:cNvSpPr>
                <a:spLocks noChangeArrowheads="1"/>
              </p:cNvSpPr>
              <p:nvPr/>
            </p:nvSpPr>
            <p:spPr bwMode="auto">
              <a:xfrm>
                <a:off x="680" y="412"/>
                <a:ext cx="56" cy="42"/>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5" name="Rectangle 115"/>
              <p:cNvSpPr>
                <a:spLocks noChangeArrowheads="1"/>
              </p:cNvSpPr>
              <p:nvPr/>
            </p:nvSpPr>
            <p:spPr bwMode="auto">
              <a:xfrm>
                <a:off x="757"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6" name="Rectangle 116"/>
              <p:cNvSpPr>
                <a:spLocks noChangeArrowheads="1"/>
              </p:cNvSpPr>
              <p:nvPr/>
            </p:nvSpPr>
            <p:spPr bwMode="auto">
              <a:xfrm>
                <a:off x="34" y="39"/>
                <a:ext cx="55" cy="41"/>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7" name="Rectangle 117"/>
              <p:cNvSpPr>
                <a:spLocks noChangeArrowheads="1"/>
              </p:cNvSpPr>
              <p:nvPr/>
            </p:nvSpPr>
            <p:spPr bwMode="auto">
              <a:xfrm>
                <a:off x="569" y="256"/>
                <a:ext cx="53" cy="6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8" name="AutoShape 118"/>
              <p:cNvSpPr>
                <a:spLocks noChangeArrowheads="1"/>
              </p:cNvSpPr>
              <p:nvPr/>
            </p:nvSpPr>
            <p:spPr bwMode="auto">
              <a:xfrm>
                <a:off x="1113" y="16"/>
                <a:ext cx="53" cy="60"/>
              </a:xfrm>
              <a:prstGeom prst="diamond">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99" name="Rectangle 119"/>
              <p:cNvSpPr>
                <a:spLocks noChangeArrowheads="1"/>
              </p:cNvSpPr>
              <p:nvPr/>
            </p:nvSpPr>
            <p:spPr bwMode="auto">
              <a:xfrm>
                <a:off x="635" y="4112"/>
                <a:ext cx="35"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0" name="Rectangle 120"/>
              <p:cNvSpPr>
                <a:spLocks noChangeArrowheads="1"/>
              </p:cNvSpPr>
              <p:nvPr/>
            </p:nvSpPr>
            <p:spPr bwMode="auto">
              <a:xfrm>
                <a:off x="1153" y="4243"/>
                <a:ext cx="53" cy="43"/>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1" name="Rectangle 121"/>
              <p:cNvSpPr>
                <a:spLocks noChangeArrowheads="1"/>
              </p:cNvSpPr>
              <p:nvPr/>
            </p:nvSpPr>
            <p:spPr bwMode="auto">
              <a:xfrm>
                <a:off x="197" y="4258"/>
                <a:ext cx="47" cy="3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2" name="Rectangle 122"/>
              <p:cNvSpPr>
                <a:spLocks noChangeArrowheads="1"/>
              </p:cNvSpPr>
              <p:nvPr/>
            </p:nvSpPr>
            <p:spPr bwMode="auto">
              <a:xfrm>
                <a:off x="67" y="3946"/>
                <a:ext cx="21" cy="61"/>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3" name="Rectangle 123"/>
              <p:cNvSpPr>
                <a:spLocks noChangeArrowheads="1"/>
              </p:cNvSpPr>
              <p:nvPr/>
            </p:nvSpPr>
            <p:spPr bwMode="auto">
              <a:xfrm>
                <a:off x="1243" y="3820"/>
                <a:ext cx="14" cy="46"/>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4" name="Rectangle 124"/>
              <p:cNvSpPr>
                <a:spLocks noChangeArrowheads="1"/>
              </p:cNvSpPr>
              <p:nvPr/>
            </p:nvSpPr>
            <p:spPr bwMode="auto">
              <a:xfrm>
                <a:off x="1632" y="4222"/>
                <a:ext cx="56" cy="4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5" name="Rectangle 125"/>
              <p:cNvSpPr>
                <a:spLocks noChangeArrowheads="1"/>
              </p:cNvSpPr>
              <p:nvPr/>
            </p:nvSpPr>
            <p:spPr bwMode="auto">
              <a:xfrm>
                <a:off x="1509" y="4112"/>
                <a:ext cx="36" cy="42"/>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606" name="Rectangle 126"/>
              <p:cNvSpPr>
                <a:spLocks noChangeArrowheads="1"/>
              </p:cNvSpPr>
              <p:nvPr/>
            </p:nvSpPr>
            <p:spPr bwMode="auto">
              <a:xfrm>
                <a:off x="785" y="626"/>
                <a:ext cx="43" cy="44"/>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8607" name="Rectangle 127"/>
          <p:cNvSpPr>
            <a:spLocks noGrp="1" noChangeArrowheads="1"/>
          </p:cNvSpPr>
          <p:nvPr>
            <p:ph type="title"/>
          </p:nvPr>
        </p:nvSpPr>
        <p:spPr bwMode="auto">
          <a:xfrm>
            <a:off x="685800" y="609600"/>
            <a:ext cx="7772400" cy="1143000"/>
          </a:xfrm>
          <a:prstGeom prst="rect">
            <a:avLst/>
          </a:prstGeom>
          <a:noFill/>
          <a:ln>
            <a:noFill/>
          </a:ln>
          <a:effectLst>
            <a:outerShdw dist="71842" dir="81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CN" altLang="en-US" smtClean="0"/>
              <a:t>单击此处编辑母版标题样式</a:t>
            </a:r>
          </a:p>
        </p:txBody>
      </p:sp>
      <p:sp>
        <p:nvSpPr>
          <p:cNvPr id="148608" name="Rectangle 128"/>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8609" name="Rectangle 129"/>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eaLnBrk="0" hangingPunct="0">
              <a:defRPr sz="1400" i="1"/>
            </a:lvl1pPr>
          </a:lstStyle>
          <a:p>
            <a:endParaRPr lang="zh-CN" altLang="en-US"/>
          </a:p>
        </p:txBody>
      </p:sp>
      <p:sp>
        <p:nvSpPr>
          <p:cNvPr id="148610" name="Rectangle 130"/>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0" hangingPunct="0">
              <a:defRPr sz="1400" i="1"/>
            </a:lvl1pPr>
          </a:lstStyle>
          <a:p>
            <a:endParaRPr lang="zh-CN" altLang="en-US"/>
          </a:p>
        </p:txBody>
      </p:sp>
      <p:sp>
        <p:nvSpPr>
          <p:cNvPr id="148611" name="Rectangle 131"/>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eaLnBrk="0" hangingPunct="0">
              <a:defRPr sz="1400" i="1"/>
            </a:lvl1pPr>
          </a:lstStyle>
          <a:p>
            <a:fld id="{6FBB2FA2-9C2E-4B14-8069-312600291FC9}" type="slidenum">
              <a:rPr lang="zh-CN" altLang="en-US" smtClean="0"/>
              <a:pPr/>
              <a:t>‹#›</a:t>
            </a:fld>
            <a:endParaRPr lang="zh-CN" altLang="en-US"/>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Bar dir="vert"/>
  </p:transition>
  <p:timing>
    <p:tnLst>
      <p:par>
        <p:cTn id="1" dur="indefinite" restart="never" nodeType="tmRoot"/>
      </p:par>
    </p:tnLst>
  </p:timing>
  <p:txStyles>
    <p:titleStyle>
      <a:lvl1pPr algn="ctr" rtl="0" eaLnBrk="1" fontAlgn="base" hangingPunct="1">
        <a:spcBef>
          <a:spcPct val="0"/>
        </a:spcBef>
        <a:spcAft>
          <a:spcPct val="0"/>
        </a:spcAft>
        <a:defRPr sz="4400" b="1" i="1">
          <a:solidFill>
            <a:schemeClr val="tx2"/>
          </a:solidFill>
          <a:latin typeface="+mj-lt"/>
          <a:ea typeface="+mj-ea"/>
          <a:cs typeface="+mj-cs"/>
        </a:defRPr>
      </a:lvl1pPr>
      <a:lvl2pPr algn="ctr" rtl="0" eaLnBrk="1" fontAlgn="base" hangingPunct="1">
        <a:spcBef>
          <a:spcPct val="0"/>
        </a:spcBef>
        <a:spcAft>
          <a:spcPct val="0"/>
        </a:spcAft>
        <a:defRPr sz="4400" b="1" i="1">
          <a:solidFill>
            <a:schemeClr val="tx2"/>
          </a:solidFill>
          <a:latin typeface="Arial" charset="0"/>
          <a:ea typeface="宋体" charset="-122"/>
        </a:defRPr>
      </a:lvl2pPr>
      <a:lvl3pPr algn="ctr" rtl="0" eaLnBrk="1" fontAlgn="base" hangingPunct="1">
        <a:spcBef>
          <a:spcPct val="0"/>
        </a:spcBef>
        <a:spcAft>
          <a:spcPct val="0"/>
        </a:spcAft>
        <a:defRPr sz="4400" b="1" i="1">
          <a:solidFill>
            <a:schemeClr val="tx2"/>
          </a:solidFill>
          <a:latin typeface="Arial" charset="0"/>
          <a:ea typeface="宋体" charset="-122"/>
        </a:defRPr>
      </a:lvl3pPr>
      <a:lvl4pPr algn="ctr" rtl="0" eaLnBrk="1" fontAlgn="base" hangingPunct="1">
        <a:spcBef>
          <a:spcPct val="0"/>
        </a:spcBef>
        <a:spcAft>
          <a:spcPct val="0"/>
        </a:spcAft>
        <a:defRPr sz="4400" b="1" i="1">
          <a:solidFill>
            <a:schemeClr val="tx2"/>
          </a:solidFill>
          <a:latin typeface="Arial" charset="0"/>
          <a:ea typeface="宋体" charset="-122"/>
        </a:defRPr>
      </a:lvl4pPr>
      <a:lvl5pPr algn="ctr" rtl="0" eaLnBrk="1" fontAlgn="base" hangingPunct="1">
        <a:spcBef>
          <a:spcPct val="0"/>
        </a:spcBef>
        <a:spcAft>
          <a:spcPct val="0"/>
        </a:spcAft>
        <a:defRPr sz="4400" b="1" i="1">
          <a:solidFill>
            <a:schemeClr val="tx2"/>
          </a:solidFill>
          <a:latin typeface="Arial" charset="0"/>
          <a:ea typeface="宋体" charset="-122"/>
        </a:defRPr>
      </a:lvl5pPr>
      <a:lvl6pPr marL="457200" algn="ctr" rtl="0" eaLnBrk="1" fontAlgn="base" hangingPunct="1">
        <a:spcBef>
          <a:spcPct val="0"/>
        </a:spcBef>
        <a:spcAft>
          <a:spcPct val="0"/>
        </a:spcAft>
        <a:defRPr sz="4400" b="1" i="1">
          <a:solidFill>
            <a:schemeClr val="tx2"/>
          </a:solidFill>
          <a:latin typeface="Arial" charset="0"/>
          <a:ea typeface="宋体" charset="-122"/>
        </a:defRPr>
      </a:lvl6pPr>
      <a:lvl7pPr marL="914400" algn="ctr" rtl="0" eaLnBrk="1" fontAlgn="base" hangingPunct="1">
        <a:spcBef>
          <a:spcPct val="0"/>
        </a:spcBef>
        <a:spcAft>
          <a:spcPct val="0"/>
        </a:spcAft>
        <a:defRPr sz="4400" b="1" i="1">
          <a:solidFill>
            <a:schemeClr val="tx2"/>
          </a:solidFill>
          <a:latin typeface="Arial" charset="0"/>
          <a:ea typeface="宋体" charset="-122"/>
        </a:defRPr>
      </a:lvl7pPr>
      <a:lvl8pPr marL="1371600" algn="ctr" rtl="0" eaLnBrk="1" fontAlgn="base" hangingPunct="1">
        <a:spcBef>
          <a:spcPct val="0"/>
        </a:spcBef>
        <a:spcAft>
          <a:spcPct val="0"/>
        </a:spcAft>
        <a:defRPr sz="4400" b="1" i="1">
          <a:solidFill>
            <a:schemeClr val="tx2"/>
          </a:solidFill>
          <a:latin typeface="Arial" charset="0"/>
          <a:ea typeface="宋体" charset="-122"/>
        </a:defRPr>
      </a:lvl8pPr>
      <a:lvl9pPr marL="1828800" algn="ctr" rtl="0" eaLnBrk="1" fontAlgn="base" hangingPunct="1">
        <a:spcBef>
          <a:spcPct val="0"/>
        </a:spcBef>
        <a:spcAft>
          <a:spcPct val="0"/>
        </a:spcAft>
        <a:defRPr sz="4400" b="1" i="1">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lr>
          <a:schemeClr val="tx2"/>
        </a:buClr>
        <a:buChar char="•"/>
        <a:defRPr sz="3200" i="1">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i="1">
          <a:solidFill>
            <a:schemeClr val="tx1"/>
          </a:solidFill>
          <a:latin typeface="+mn-lt"/>
          <a:ea typeface="+mn-ea"/>
        </a:defRPr>
      </a:lvl2pPr>
      <a:lvl3pPr marL="1143000" indent="-228600" algn="l" rtl="0" eaLnBrk="1" fontAlgn="base" hangingPunct="1">
        <a:spcBef>
          <a:spcPct val="20000"/>
        </a:spcBef>
        <a:spcAft>
          <a:spcPct val="0"/>
        </a:spcAft>
        <a:buClr>
          <a:schemeClr val="accent2"/>
        </a:buClr>
        <a:buChar char="•"/>
        <a:defRPr sz="2400" i="1">
          <a:solidFill>
            <a:schemeClr val="tx1"/>
          </a:solidFill>
          <a:latin typeface="+mn-lt"/>
          <a:ea typeface="+mn-ea"/>
        </a:defRPr>
      </a:lvl3pPr>
      <a:lvl4pPr marL="1600200" indent="-228600" algn="l" rtl="0" eaLnBrk="1" fontAlgn="base" hangingPunct="1">
        <a:spcBef>
          <a:spcPct val="20000"/>
        </a:spcBef>
        <a:spcAft>
          <a:spcPct val="0"/>
        </a:spcAft>
        <a:buClr>
          <a:schemeClr val="tx1"/>
        </a:buClr>
        <a:buChar char="•"/>
        <a:defRPr sz="2000" i="1">
          <a:solidFill>
            <a:schemeClr val="tx1"/>
          </a:solidFill>
          <a:latin typeface="+mn-lt"/>
          <a:ea typeface="+mn-ea"/>
        </a:defRPr>
      </a:lvl4pPr>
      <a:lvl5pPr marL="2057400" indent="-228600" algn="l" rtl="0" eaLnBrk="1" fontAlgn="base" hangingPunct="1">
        <a:spcBef>
          <a:spcPct val="20000"/>
        </a:spcBef>
        <a:spcAft>
          <a:spcPct val="0"/>
        </a:spcAft>
        <a:buClr>
          <a:schemeClr val="tx2"/>
        </a:buClr>
        <a:buChar char="•"/>
        <a:defRPr sz="2000" i="1">
          <a:solidFill>
            <a:schemeClr val="tx1"/>
          </a:solidFill>
          <a:latin typeface="+mn-lt"/>
          <a:ea typeface="+mn-ea"/>
        </a:defRPr>
      </a:lvl5pPr>
      <a:lvl6pPr marL="2514600" indent="-228600" algn="l" rtl="0" eaLnBrk="1" fontAlgn="base" hangingPunct="1">
        <a:spcBef>
          <a:spcPct val="20000"/>
        </a:spcBef>
        <a:spcAft>
          <a:spcPct val="0"/>
        </a:spcAft>
        <a:buClr>
          <a:schemeClr val="tx2"/>
        </a:buClr>
        <a:buChar char="•"/>
        <a:defRPr sz="2000" i="1">
          <a:solidFill>
            <a:schemeClr val="tx1"/>
          </a:solidFill>
          <a:latin typeface="+mn-lt"/>
          <a:ea typeface="+mn-ea"/>
        </a:defRPr>
      </a:lvl6pPr>
      <a:lvl7pPr marL="2971800" indent="-228600" algn="l" rtl="0" eaLnBrk="1" fontAlgn="base" hangingPunct="1">
        <a:spcBef>
          <a:spcPct val="20000"/>
        </a:spcBef>
        <a:spcAft>
          <a:spcPct val="0"/>
        </a:spcAft>
        <a:buClr>
          <a:schemeClr val="tx2"/>
        </a:buClr>
        <a:buChar char="•"/>
        <a:defRPr sz="2000" i="1">
          <a:solidFill>
            <a:schemeClr val="tx1"/>
          </a:solidFill>
          <a:latin typeface="+mn-lt"/>
          <a:ea typeface="+mn-ea"/>
        </a:defRPr>
      </a:lvl7pPr>
      <a:lvl8pPr marL="3429000" indent="-228600" algn="l" rtl="0" eaLnBrk="1" fontAlgn="base" hangingPunct="1">
        <a:spcBef>
          <a:spcPct val="20000"/>
        </a:spcBef>
        <a:spcAft>
          <a:spcPct val="0"/>
        </a:spcAft>
        <a:buClr>
          <a:schemeClr val="tx2"/>
        </a:buClr>
        <a:buChar char="•"/>
        <a:defRPr sz="2000" i="1">
          <a:solidFill>
            <a:schemeClr val="tx1"/>
          </a:solidFill>
          <a:latin typeface="+mn-lt"/>
          <a:ea typeface="+mn-ea"/>
        </a:defRPr>
      </a:lvl8pPr>
      <a:lvl9pPr marL="3886200" indent="-228600" algn="l" rtl="0" eaLnBrk="1" fontAlgn="base" hangingPunct="1">
        <a:spcBef>
          <a:spcPct val="20000"/>
        </a:spcBef>
        <a:spcAft>
          <a:spcPct val="0"/>
        </a:spcAft>
        <a:buClr>
          <a:schemeClr val="tx2"/>
        </a:buClr>
        <a:buChar char="•"/>
        <a:defRPr sz="2000" i="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sz="quarter"/>
          </p:nvPr>
        </p:nvSpPr>
        <p:spPr>
          <a:xfrm>
            <a:off x="685800" y="2286000"/>
            <a:ext cx="7772400" cy="1143000"/>
          </a:xfrm>
        </p:spPr>
        <p:txBody>
          <a:bodyPr/>
          <a:lstStyle/>
          <a:p>
            <a:r>
              <a:rPr lang="zh-CN" altLang="en-US"/>
              <a:t>笔记本电脑日常维护保养</a:t>
            </a:r>
          </a:p>
        </p:txBody>
      </p:sp>
      <p:sp>
        <p:nvSpPr>
          <p:cNvPr id="4099" name="Rectangle 3"/>
          <p:cNvSpPr>
            <a:spLocks noGrp="1" noChangeArrowheads="1"/>
          </p:cNvSpPr>
          <p:nvPr>
            <p:ph type="subTitle" sz="quarter" idx="1"/>
          </p:nvPr>
        </p:nvSpPr>
        <p:spPr/>
        <p:txBody>
          <a:bodyPr/>
          <a:lstStyle/>
          <a:p>
            <a:r>
              <a:rPr lang="en-US" altLang="zh-CN" dirty="0" smtClean="0"/>
              <a:t>2012</a:t>
            </a:r>
            <a:r>
              <a:rPr lang="zh-CN" altLang="en-US" dirty="0" smtClean="0"/>
              <a:t>年</a:t>
            </a:r>
            <a:r>
              <a:rPr lang="en-US" altLang="zh-CN" dirty="0" smtClean="0"/>
              <a:t>10</a:t>
            </a:r>
            <a:r>
              <a:rPr lang="zh-CN" altLang="en-US" dirty="0" smtClean="0"/>
              <a:t>月</a:t>
            </a:r>
            <a:r>
              <a:rPr lang="en-US" altLang="zh-CN" dirty="0" smtClean="0"/>
              <a:t>10</a:t>
            </a:r>
            <a:r>
              <a:rPr lang="zh-CN" altLang="en-US" dirty="0" smtClean="0"/>
              <a:t>日</a:t>
            </a:r>
            <a:endParaRPr lang="zh-CN" altLang="en-US"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笔记本电脑部件</a:t>
            </a:r>
          </a:p>
        </p:txBody>
      </p:sp>
      <p:sp>
        <p:nvSpPr>
          <p:cNvPr id="5123" name="Rectangle 3"/>
          <p:cNvSpPr>
            <a:spLocks noGrp="1" noChangeArrowheads="1"/>
          </p:cNvSpPr>
          <p:nvPr>
            <p:ph idx="1"/>
          </p:nvPr>
        </p:nvSpPr>
        <p:spPr>
          <a:xfrm>
            <a:off x="685800" y="2057400"/>
            <a:ext cx="7772400" cy="4114800"/>
          </a:xfrm>
        </p:spPr>
        <p:txBody>
          <a:bodyPr/>
          <a:lstStyle/>
          <a:p>
            <a:r>
              <a:rPr lang="zh-CN" altLang="en-US" dirty="0">
                <a:hlinkClick r:id="rId2" action="ppaction://hlinksldjump"/>
              </a:rPr>
              <a:t>液晶显示屏幕(</a:t>
            </a:r>
            <a:r>
              <a:rPr lang="en-US" altLang="zh-CN" dirty="0">
                <a:hlinkClick r:id="rId2" action="ppaction://hlinksldjump"/>
              </a:rPr>
              <a:t>LCD Panel) </a:t>
            </a:r>
            <a:endParaRPr lang="en-US" altLang="zh-CN" dirty="0"/>
          </a:p>
          <a:p>
            <a:r>
              <a:rPr lang="zh-CN" altLang="en-US" dirty="0">
                <a:hlinkClick r:id="rId3" action="ppaction://hlinksldjump"/>
              </a:rPr>
              <a:t>电池(</a:t>
            </a:r>
            <a:r>
              <a:rPr lang="en-US" altLang="zh-CN" dirty="0">
                <a:hlinkClick r:id="rId3" action="ppaction://hlinksldjump"/>
              </a:rPr>
              <a:t>Battery) </a:t>
            </a:r>
            <a:endParaRPr lang="en-US" altLang="zh-CN" dirty="0"/>
          </a:p>
          <a:p>
            <a:r>
              <a:rPr lang="zh-CN" altLang="en-US" dirty="0">
                <a:hlinkClick r:id="rId4" action="ppaction://hlinksldjump"/>
              </a:rPr>
              <a:t>键盘(</a:t>
            </a:r>
            <a:r>
              <a:rPr lang="en-US" altLang="zh-CN" dirty="0">
                <a:hlinkClick r:id="rId4" action="ppaction://hlinksldjump"/>
              </a:rPr>
              <a:t>Keyboard) </a:t>
            </a:r>
            <a:endParaRPr lang="en-US" altLang="zh-CN" dirty="0"/>
          </a:p>
          <a:p>
            <a:r>
              <a:rPr lang="zh-CN" altLang="en-US" dirty="0">
                <a:hlinkClick r:id="rId5" action="ppaction://hlinksldjump"/>
              </a:rPr>
              <a:t>硬盘(</a:t>
            </a:r>
            <a:r>
              <a:rPr lang="en-US" altLang="zh-CN" dirty="0">
                <a:hlinkClick r:id="rId5" action="ppaction://hlinksldjump"/>
              </a:rPr>
              <a:t>Hard Disk) </a:t>
            </a:r>
            <a:endParaRPr lang="en-US" altLang="zh-CN" dirty="0"/>
          </a:p>
          <a:p>
            <a:r>
              <a:rPr lang="zh-CN" altLang="en-US" dirty="0">
                <a:hlinkClick r:id="rId6" action="ppaction://hlinksldjump"/>
              </a:rPr>
              <a:t>光驱(</a:t>
            </a:r>
            <a:r>
              <a:rPr lang="en-US" altLang="zh-CN" dirty="0">
                <a:hlinkClick r:id="rId6" action="ppaction://hlinksldjump"/>
              </a:rPr>
              <a:t>CD-ROM) </a:t>
            </a:r>
            <a:endParaRPr lang="en-US" altLang="zh-CN" dirty="0"/>
          </a:p>
          <a:p>
            <a:r>
              <a:rPr lang="zh-CN" altLang="en-US" dirty="0">
                <a:hlinkClick r:id="rId7" action="ppaction://hlinksldjump"/>
              </a:rPr>
              <a:t>触控板(</a:t>
            </a:r>
            <a:r>
              <a:rPr lang="en-US" altLang="zh-CN" dirty="0">
                <a:hlinkClick r:id="rId7" action="ppaction://hlinksldjump"/>
              </a:rPr>
              <a:t>Touchpad) </a:t>
            </a:r>
            <a:endParaRPr lang="en-US" altLang="zh-CN" dirty="0"/>
          </a:p>
        </p:txBody>
      </p:sp>
    </p:spTree>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液晶显示屏幕(</a:t>
            </a:r>
            <a:r>
              <a:rPr lang="en-US" altLang="zh-CN"/>
              <a:t>LCD Panel)</a:t>
            </a:r>
            <a:endParaRPr lang="zh-CN" altLang="en-US"/>
          </a:p>
        </p:txBody>
      </p:sp>
      <p:sp>
        <p:nvSpPr>
          <p:cNvPr id="6147" name="Rectangle 3"/>
          <p:cNvSpPr>
            <a:spLocks noGrp="1" noChangeArrowheads="1"/>
          </p:cNvSpPr>
          <p:nvPr>
            <p:ph idx="1"/>
          </p:nvPr>
        </p:nvSpPr>
        <p:spPr>
          <a:xfrm>
            <a:off x="609600" y="2133600"/>
            <a:ext cx="7772400" cy="4114800"/>
          </a:xfrm>
        </p:spPr>
        <p:txBody>
          <a:bodyPr/>
          <a:lstStyle/>
          <a:p>
            <a:pPr>
              <a:lnSpc>
                <a:spcPct val="90000"/>
              </a:lnSpc>
            </a:pPr>
            <a:r>
              <a:rPr lang="zh-CN" altLang="en-US" sz="2400"/>
              <a:t>长时间不使用电脑时，可透过键盘上的功能键暂时仅将液晶显示屏幕电源关闭，除了节省电力外亦可延长屏幕寿命。 </a:t>
            </a:r>
          </a:p>
          <a:p>
            <a:pPr>
              <a:lnSpc>
                <a:spcPct val="90000"/>
              </a:lnSpc>
            </a:pPr>
            <a:r>
              <a:rPr lang="zh-CN" altLang="en-US" sz="2400"/>
              <a:t>请勿用力盖上液晶显示屏幕屏幕上盖或是放置任何异物在键盘及显示屏幕之间，避免上盖玻璃因重压而导致内部组件损坏。 </a:t>
            </a:r>
          </a:p>
          <a:p>
            <a:pPr>
              <a:lnSpc>
                <a:spcPct val="90000"/>
              </a:lnSpc>
            </a:pPr>
            <a:r>
              <a:rPr lang="zh-CN" altLang="en-US" sz="2400"/>
              <a:t>请勿用手指甲及尖锐的物品碰触屏幕表面以免刮伤。 </a:t>
            </a:r>
          </a:p>
          <a:p>
            <a:pPr>
              <a:lnSpc>
                <a:spcPct val="90000"/>
              </a:lnSpc>
            </a:pPr>
            <a:r>
              <a:rPr lang="zh-CN" altLang="en-US" sz="2400"/>
              <a:t>液晶显示屏幕表面会因静电而吸附灰尘，建议购买液晶显示屏幕专用擦拭布来清洁您的屏幕，请勿用手指拍除以免留下指纹，并请轻轻擦拭。 </a:t>
            </a:r>
          </a:p>
          <a:p>
            <a:pPr>
              <a:lnSpc>
                <a:spcPct val="90000"/>
              </a:lnSpc>
            </a:pPr>
            <a:r>
              <a:rPr lang="zh-CN" altLang="en-US" sz="2400"/>
              <a:t>请勿使用化学清洁剂擦拭屏幕。</a:t>
            </a:r>
          </a:p>
        </p:txBody>
      </p:sp>
    </p:spTree>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a:t>电池(</a:t>
            </a:r>
            <a:r>
              <a:rPr lang="en-US" altLang="zh-CN"/>
              <a:t>Battery)</a:t>
            </a:r>
            <a:endParaRPr lang="zh-CN" altLang="en-US"/>
          </a:p>
        </p:txBody>
      </p:sp>
      <p:sp>
        <p:nvSpPr>
          <p:cNvPr id="7171" name="Rectangle 3"/>
          <p:cNvSpPr>
            <a:spLocks noGrp="1" noChangeArrowheads="1"/>
          </p:cNvSpPr>
          <p:nvPr>
            <p:ph idx="1"/>
          </p:nvPr>
        </p:nvSpPr>
        <p:spPr/>
        <p:txBody>
          <a:bodyPr/>
          <a:lstStyle/>
          <a:p>
            <a:r>
              <a:rPr lang="zh-CN" altLang="en-US" sz="2400"/>
              <a:t>当无外接电源的情况下，倘若当时的工作状况暂时用不到</a:t>
            </a:r>
            <a:r>
              <a:rPr lang="en-US" altLang="zh-CN" sz="2400"/>
              <a:t>PCMCIA</a:t>
            </a:r>
            <a:r>
              <a:rPr lang="zh-CN" altLang="en-US" sz="2400"/>
              <a:t>插槽中的卡片，建议先将卡片移除以延长电池使用时间。 </a:t>
            </a:r>
          </a:p>
          <a:p>
            <a:r>
              <a:rPr lang="zh-CN" altLang="en-US" sz="2400"/>
              <a:t>室温(20-30度)为电池最适宜之工作温度，温度过高或过低的操作环境将降低电池的使用时间。 </a:t>
            </a:r>
          </a:p>
          <a:p>
            <a:r>
              <a:rPr lang="zh-CN" altLang="en-US" sz="2400"/>
              <a:t>在可提供稳定电源的环境下使用笔记本电脑时，将电池移除可延长电池受寿命是不正确的。</a:t>
            </a:r>
          </a:p>
          <a:p>
            <a:r>
              <a:rPr lang="zh-CN" altLang="en-US" sz="2400"/>
              <a:t>建议平均三个月进行一次电池电力校正的动作。 </a:t>
            </a:r>
          </a:p>
          <a:p>
            <a:r>
              <a:rPr lang="zh-CN" altLang="en-US" sz="2400"/>
              <a:t>电源适配器（</a:t>
            </a:r>
            <a:r>
              <a:rPr lang="en-US" altLang="zh-CN" sz="2400"/>
              <a:t>AC Adapter）</a:t>
            </a:r>
            <a:r>
              <a:rPr lang="zh-CN" altLang="en-US" sz="2400"/>
              <a:t>使用时参考国际电压说明</a:t>
            </a:r>
          </a:p>
        </p:txBody>
      </p:sp>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a:t>键盘(</a:t>
            </a:r>
            <a:r>
              <a:rPr lang="en-US" altLang="zh-CN"/>
              <a:t>Keyboard)</a:t>
            </a:r>
            <a:endParaRPr lang="zh-CN" altLang="en-US"/>
          </a:p>
        </p:txBody>
      </p:sp>
      <p:sp>
        <p:nvSpPr>
          <p:cNvPr id="8195" name="Rectangle 3"/>
          <p:cNvSpPr>
            <a:spLocks noGrp="1" noChangeArrowheads="1"/>
          </p:cNvSpPr>
          <p:nvPr>
            <p:ph idx="1"/>
          </p:nvPr>
        </p:nvSpPr>
        <p:spPr/>
        <p:txBody>
          <a:bodyPr/>
          <a:lstStyle/>
          <a:p>
            <a:r>
              <a:rPr lang="zh-CN" altLang="en-US"/>
              <a:t>累积灰尘时，可用小毛刷来清洁缝隙，或是使用一般在清洁照相机镜头的高压喷气罐，将灰尘吹出，或使用掌上型吸尘器来清除键盘上的灰尘和碎屑。 </a:t>
            </a:r>
          </a:p>
          <a:p>
            <a:r>
              <a:rPr lang="zh-CN" altLang="en-US"/>
              <a:t>清洁表面，可在软布上沾上少许清洁剂，在关机的情况下轻轻擦拭键盘表面。 </a:t>
            </a:r>
          </a:p>
        </p:txBody>
      </p:sp>
    </p:spTree>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a:t>硬盘(</a:t>
            </a:r>
            <a:r>
              <a:rPr lang="en-US" altLang="zh-CN"/>
              <a:t>Hard Disk)</a:t>
            </a:r>
            <a:endParaRPr lang="zh-CN" altLang="en-US"/>
          </a:p>
        </p:txBody>
      </p:sp>
      <p:sp>
        <p:nvSpPr>
          <p:cNvPr id="9219" name="Rectangle 3"/>
          <p:cNvSpPr>
            <a:spLocks noGrp="1" noChangeArrowheads="1"/>
          </p:cNvSpPr>
          <p:nvPr>
            <p:ph idx="1"/>
          </p:nvPr>
        </p:nvSpPr>
        <p:spPr/>
        <p:txBody>
          <a:bodyPr/>
          <a:lstStyle/>
          <a:p>
            <a:pPr>
              <a:lnSpc>
                <a:spcPct val="90000"/>
              </a:lnSpc>
            </a:pPr>
            <a:r>
              <a:rPr lang="zh-CN" altLang="en-US"/>
              <a:t>尽量在平稳的状况下使用，避免在容易晃动的地点操作计算机。 </a:t>
            </a:r>
          </a:p>
          <a:p>
            <a:pPr>
              <a:lnSpc>
                <a:spcPct val="90000"/>
              </a:lnSpc>
            </a:pPr>
            <a:r>
              <a:rPr lang="zh-CN" altLang="en-US"/>
              <a:t>开关机过程是硬盘最脆弱的时候。此时硬盘轴承尚未转速尚未稳定，若产生震动，则容易造成坏轨。故建议关机后等待约十秒左右后再移动笔记本电脑。 </a:t>
            </a:r>
          </a:p>
          <a:p>
            <a:pPr>
              <a:lnSpc>
                <a:spcPct val="90000"/>
              </a:lnSpc>
            </a:pPr>
            <a:r>
              <a:rPr lang="zh-CN" altLang="en-US"/>
              <a:t>平均每月执行一次磁盘重组及扫描，以增进磁盘存取效率。</a:t>
            </a:r>
          </a:p>
        </p:txBody>
      </p:sp>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a:t>光驱(</a:t>
            </a:r>
            <a:r>
              <a:rPr lang="en-US" altLang="zh-CN"/>
              <a:t>CD-ROM)</a:t>
            </a:r>
            <a:endParaRPr lang="zh-CN" altLang="en-US"/>
          </a:p>
        </p:txBody>
      </p:sp>
      <p:sp>
        <p:nvSpPr>
          <p:cNvPr id="10243" name="Rectangle 3"/>
          <p:cNvSpPr>
            <a:spLocks noGrp="1" noChangeArrowheads="1"/>
          </p:cNvSpPr>
          <p:nvPr>
            <p:ph idx="1"/>
          </p:nvPr>
        </p:nvSpPr>
        <p:spPr>
          <a:xfrm>
            <a:off x="685800" y="1981200"/>
            <a:ext cx="8062913" cy="4114800"/>
          </a:xfrm>
        </p:spPr>
        <p:txBody>
          <a:bodyPr/>
          <a:lstStyle/>
          <a:p>
            <a:r>
              <a:rPr lang="zh-CN" altLang="en-US"/>
              <a:t>使用光盘清洁片，定期清洁雷射读取头。 </a:t>
            </a:r>
          </a:p>
          <a:p>
            <a:r>
              <a:rPr lang="zh-CN" altLang="en-US"/>
              <a:t>请双手并用地将光盘片置入光驱中，一只手托住</a:t>
            </a:r>
            <a:r>
              <a:rPr lang="en-US" altLang="zh-CN"/>
              <a:t>CD</a:t>
            </a:r>
            <a:r>
              <a:rPr lang="zh-CN" altLang="en-US"/>
              <a:t>托盘，另一只手将</a:t>
            </a:r>
            <a:r>
              <a:rPr lang="en-US" altLang="zh-CN"/>
              <a:t>CD</a:t>
            </a:r>
            <a:r>
              <a:rPr lang="zh-CN" altLang="en-US"/>
              <a:t>片确实固定，可避免</a:t>
            </a:r>
            <a:r>
              <a:rPr lang="en-US" altLang="zh-CN"/>
              <a:t>CD</a:t>
            </a:r>
            <a:r>
              <a:rPr lang="zh-CN" altLang="en-US"/>
              <a:t>托盘变形。 </a:t>
            </a:r>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a:t>触控板(</a:t>
            </a:r>
            <a:r>
              <a:rPr lang="en-US" altLang="zh-CN"/>
              <a:t>Touchpad)</a:t>
            </a:r>
            <a:endParaRPr lang="zh-CN" altLang="en-US"/>
          </a:p>
        </p:txBody>
      </p:sp>
      <p:sp>
        <p:nvSpPr>
          <p:cNvPr id="11267" name="Rectangle 3"/>
          <p:cNvSpPr>
            <a:spLocks noGrp="1" noChangeArrowheads="1"/>
          </p:cNvSpPr>
          <p:nvPr>
            <p:ph idx="1"/>
          </p:nvPr>
        </p:nvSpPr>
        <p:spPr/>
        <p:txBody>
          <a:bodyPr/>
          <a:lstStyle/>
          <a:p>
            <a:pPr>
              <a:lnSpc>
                <a:spcPct val="90000"/>
              </a:lnSpc>
            </a:pPr>
            <a:r>
              <a:rPr lang="zh-CN" altLang="en-US"/>
              <a:t>使用触控板时请务必保持双手清洁，以免发生光标乱跑之现象。 </a:t>
            </a:r>
          </a:p>
          <a:p>
            <a:pPr>
              <a:lnSpc>
                <a:spcPct val="90000"/>
              </a:lnSpc>
            </a:pPr>
            <a:r>
              <a:rPr lang="zh-CN" altLang="en-US"/>
              <a:t>不小心弄脏表面时，可将干布沾湿一角轻轻擦拭触控板表面即可，请勿使用粗糙布等物品擦拭表面。 </a:t>
            </a:r>
          </a:p>
          <a:p>
            <a:pPr>
              <a:lnSpc>
                <a:spcPct val="90000"/>
              </a:lnSpc>
            </a:pPr>
            <a:r>
              <a:rPr lang="zh-CN" altLang="en-US"/>
              <a:t>触摸板是感应式精密电子组件，请勿使用尖锐物品在触控面板上书写，亦不可重压使用，以免造成损坏。</a:t>
            </a:r>
          </a:p>
        </p:txBody>
      </p:sp>
    </p:spTree>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Moban04">
  <a:themeElements>
    <a:clrScheme name="CONFETTI 1">
      <a:dk1>
        <a:srgbClr val="000000"/>
      </a:dk1>
      <a:lt1>
        <a:srgbClr val="FFFFFF"/>
      </a:lt1>
      <a:dk2>
        <a:srgbClr val="474747"/>
      </a:dk2>
      <a:lt2>
        <a:srgbClr val="FFFF00"/>
      </a:lt2>
      <a:accent1>
        <a:srgbClr val="FF7F1F"/>
      </a:accent1>
      <a:accent2>
        <a:srgbClr val="00FFFF"/>
      </a:accent2>
      <a:accent3>
        <a:srgbClr val="B1B1B1"/>
      </a:accent3>
      <a:accent4>
        <a:srgbClr val="DADADA"/>
      </a:accent4>
      <a:accent5>
        <a:srgbClr val="FFC0AB"/>
      </a:accent5>
      <a:accent6>
        <a:srgbClr val="00E7E7"/>
      </a:accent6>
      <a:hlink>
        <a:srgbClr val="FF00FF"/>
      </a:hlink>
      <a:folHlink>
        <a:srgbClr val="CECECE"/>
      </a:folHlink>
    </a:clrScheme>
    <a:fontScheme name="CONFETTI">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ONFETTI 1">
        <a:dk1>
          <a:srgbClr val="000000"/>
        </a:dk1>
        <a:lt1>
          <a:srgbClr val="FFFFFF"/>
        </a:lt1>
        <a:dk2>
          <a:srgbClr val="474747"/>
        </a:dk2>
        <a:lt2>
          <a:srgbClr val="FFFF00"/>
        </a:lt2>
        <a:accent1>
          <a:srgbClr val="FF7F1F"/>
        </a:accent1>
        <a:accent2>
          <a:srgbClr val="00FFFF"/>
        </a:accent2>
        <a:accent3>
          <a:srgbClr val="B1B1B1"/>
        </a:accent3>
        <a:accent4>
          <a:srgbClr val="DADADA"/>
        </a:accent4>
        <a:accent5>
          <a:srgbClr val="FFC0AB"/>
        </a:accent5>
        <a:accent6>
          <a:srgbClr val="00E7E7"/>
        </a:accent6>
        <a:hlink>
          <a:srgbClr val="FF00FF"/>
        </a:hlink>
        <a:folHlink>
          <a:srgbClr val="CECECE"/>
        </a:folHlink>
      </a:clrScheme>
      <a:clrMap bg1="dk2" tx1="lt1" bg2="dk1" tx2="lt2" accent1="accent1" accent2="accent2" accent3="accent3" accent4="accent4" accent5="accent5" accent6="accent6" hlink="hlink" folHlink="folHlink"/>
    </a:extraClrScheme>
    <a:extraClrScheme>
      <a:clrScheme name="CONFETTI 2">
        <a:dk1>
          <a:srgbClr val="000000"/>
        </a:dk1>
        <a:lt1>
          <a:srgbClr val="FFFFFF"/>
        </a:lt1>
        <a:dk2>
          <a:srgbClr val="0000FF"/>
        </a:dk2>
        <a:lt2>
          <a:srgbClr val="676767"/>
        </a:lt2>
        <a:accent1>
          <a:srgbClr val="00FFFF"/>
        </a:accent1>
        <a:accent2>
          <a:srgbClr val="FF7F1F"/>
        </a:accent2>
        <a:accent3>
          <a:srgbClr val="FFFFFF"/>
        </a:accent3>
        <a:accent4>
          <a:srgbClr val="000000"/>
        </a:accent4>
        <a:accent5>
          <a:srgbClr val="AAFFFF"/>
        </a:accent5>
        <a:accent6>
          <a:srgbClr val="E7721B"/>
        </a:accent6>
        <a:hlink>
          <a:srgbClr val="FF00FF"/>
        </a:hlink>
        <a:folHlink>
          <a:srgbClr val="CECECE"/>
        </a:folHlink>
      </a:clrScheme>
      <a:clrMap bg1="lt1" tx1="dk1" bg2="lt2" tx2="dk2" accent1="accent1" accent2="accent2" accent3="accent3" accent4="accent4" accent5="accent5" accent6="accent6" hlink="hlink" folHlink="folHlink"/>
    </a:extraClrScheme>
    <a:extraClrScheme>
      <a:clrScheme name="CONFETTI 3">
        <a:dk1>
          <a:srgbClr val="000000"/>
        </a:dk1>
        <a:lt1>
          <a:srgbClr val="FFFFFF"/>
        </a:lt1>
        <a:dk2>
          <a:srgbClr val="000000"/>
        </a:dk2>
        <a:lt2>
          <a:srgbClr val="474747"/>
        </a:lt2>
        <a:accent1>
          <a:srgbClr val="DADADA"/>
        </a:accent1>
        <a:accent2>
          <a:srgbClr val="919191"/>
        </a:accent2>
        <a:accent3>
          <a:srgbClr val="FFFFFF"/>
        </a:accent3>
        <a:accent4>
          <a:srgbClr val="000000"/>
        </a:accent4>
        <a:accent5>
          <a:srgbClr val="EAEAEA"/>
        </a:accent5>
        <a:accent6>
          <a:srgbClr val="838383"/>
        </a:accent6>
        <a:hlink>
          <a:srgbClr val="F8F8F8"/>
        </a:hlink>
        <a:folHlink>
          <a:srgbClr val="B6B6B6"/>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Moban04</Template>
  <TotalTime>99</TotalTime>
  <Words>569</Words>
  <Application>Microsoft Office PowerPoint</Application>
  <PresentationFormat>全屏显示(4:3)</PresentationFormat>
  <Paragraphs>35</Paragraphs>
  <Slides>8</Slides>
  <Notes>0</Notes>
  <HiddenSlides>0</HiddenSlides>
  <MMClips>0</MMClips>
  <ScaleCrop>false</ScaleCrop>
  <HeadingPairs>
    <vt:vector size="4" baseType="variant">
      <vt:variant>
        <vt:lpstr>主题</vt:lpstr>
      </vt:variant>
      <vt:variant>
        <vt:i4>1</vt:i4>
      </vt:variant>
      <vt:variant>
        <vt:lpstr>幻灯片标题</vt:lpstr>
      </vt:variant>
      <vt:variant>
        <vt:i4>8</vt:i4>
      </vt:variant>
    </vt:vector>
  </HeadingPairs>
  <TitlesOfParts>
    <vt:vector size="9" baseType="lpstr">
      <vt:lpstr>Moban04</vt:lpstr>
      <vt:lpstr>笔记本电脑日常维护保养</vt:lpstr>
      <vt:lpstr>笔记本电脑部件</vt:lpstr>
      <vt:lpstr>液晶显示屏幕(LCD Panel)</vt:lpstr>
      <vt:lpstr>电池(Battery)</vt:lpstr>
      <vt:lpstr>键盘(Keyboard)</vt:lpstr>
      <vt:lpstr>硬盘(Hard Disk)</vt:lpstr>
      <vt:lpstr>光驱(CD-ROM)</vt:lpstr>
      <vt:lpstr>触控板(Touchpad)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tt</cp:lastModifiedBy>
  <cp:revision>10</cp:revision>
  <dcterms:created xsi:type="dcterms:W3CDTF">1601-01-01T00:00:00Z</dcterms:created>
  <dcterms:modified xsi:type="dcterms:W3CDTF">2012-10-23T00:47:41Z</dcterms:modified>
</cp:coreProperties>
</file>