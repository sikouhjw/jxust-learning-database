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59" r:id="rId6"/>
    <p:sldId id="261" r:id="rId7"/>
    <p:sldId id="262" r:id="rId8"/>
    <p:sldId id="263" r:id="rId9"/>
    <p:sldId id="264" r:id="rId10"/>
  </p:sldIdLst>
  <p:sldSz cx="9144000" cy="6858000" type="screen4x3"/>
  <p:notesSz cx="6858000" cy="9144000"/>
  <p:defaultTextStyle>
    <a:defPPr>
      <a:defRPr lang="en-US"/>
    </a:defPPr>
    <a:lvl1pPr algn="l" rtl="0" fontAlgn="base">
      <a:spcBef>
        <a:spcPct val="0"/>
      </a:spcBef>
      <a:spcAft>
        <a:spcPct val="0"/>
      </a:spcAft>
      <a:defRPr kumimoji="1" sz="2400" kern="1200">
        <a:solidFill>
          <a:schemeClr val="tx1"/>
        </a:solidFill>
        <a:latin typeface="Times New Roman" charset="0"/>
        <a:ea typeface="宋体" pitchFamily="2" charset="-122"/>
        <a:cs typeface="+mn-cs"/>
      </a:defRPr>
    </a:lvl1pPr>
    <a:lvl2pPr marL="457200" algn="l" rtl="0" fontAlgn="base">
      <a:spcBef>
        <a:spcPct val="0"/>
      </a:spcBef>
      <a:spcAft>
        <a:spcPct val="0"/>
      </a:spcAft>
      <a:defRPr kumimoji="1" sz="2400" kern="1200">
        <a:solidFill>
          <a:schemeClr val="tx1"/>
        </a:solidFill>
        <a:latin typeface="Times New Roman" charset="0"/>
        <a:ea typeface="宋体" pitchFamily="2" charset="-122"/>
        <a:cs typeface="+mn-cs"/>
      </a:defRPr>
    </a:lvl2pPr>
    <a:lvl3pPr marL="914400" algn="l" rtl="0" fontAlgn="base">
      <a:spcBef>
        <a:spcPct val="0"/>
      </a:spcBef>
      <a:spcAft>
        <a:spcPct val="0"/>
      </a:spcAft>
      <a:defRPr kumimoji="1" sz="2400" kern="1200">
        <a:solidFill>
          <a:schemeClr val="tx1"/>
        </a:solidFill>
        <a:latin typeface="Times New Roman" charset="0"/>
        <a:ea typeface="宋体" pitchFamily="2" charset="-122"/>
        <a:cs typeface="+mn-cs"/>
      </a:defRPr>
    </a:lvl3pPr>
    <a:lvl4pPr marL="1371600" algn="l" rtl="0" fontAlgn="base">
      <a:spcBef>
        <a:spcPct val="0"/>
      </a:spcBef>
      <a:spcAft>
        <a:spcPct val="0"/>
      </a:spcAft>
      <a:defRPr kumimoji="1" sz="2400" kern="1200">
        <a:solidFill>
          <a:schemeClr val="tx1"/>
        </a:solidFill>
        <a:latin typeface="Times New Roman" charset="0"/>
        <a:ea typeface="宋体" pitchFamily="2" charset="-122"/>
        <a:cs typeface="+mn-cs"/>
      </a:defRPr>
    </a:lvl4pPr>
    <a:lvl5pPr marL="1828800" algn="l" rtl="0" fontAlgn="base">
      <a:spcBef>
        <a:spcPct val="0"/>
      </a:spcBef>
      <a:spcAft>
        <a:spcPct val="0"/>
      </a:spcAft>
      <a:defRPr kumimoji="1" sz="2400" kern="1200">
        <a:solidFill>
          <a:schemeClr val="tx1"/>
        </a:solidFill>
        <a:latin typeface="Times New Roman" charset="0"/>
        <a:ea typeface="宋体" pitchFamily="2" charset="-122"/>
        <a:cs typeface="+mn-cs"/>
      </a:defRPr>
    </a:lvl5pPr>
    <a:lvl6pPr marL="2286000" algn="l" defTabSz="914400" rtl="0" eaLnBrk="1" latinLnBrk="0" hangingPunct="1">
      <a:defRPr kumimoji="1" sz="2400" kern="1200">
        <a:solidFill>
          <a:schemeClr val="tx1"/>
        </a:solidFill>
        <a:latin typeface="Times New Roman" charset="0"/>
        <a:ea typeface="宋体" pitchFamily="2" charset="-122"/>
        <a:cs typeface="+mn-cs"/>
      </a:defRPr>
    </a:lvl6pPr>
    <a:lvl7pPr marL="2743200" algn="l" defTabSz="914400" rtl="0" eaLnBrk="1" latinLnBrk="0" hangingPunct="1">
      <a:defRPr kumimoji="1" sz="2400" kern="1200">
        <a:solidFill>
          <a:schemeClr val="tx1"/>
        </a:solidFill>
        <a:latin typeface="Times New Roman" charset="0"/>
        <a:ea typeface="宋体" pitchFamily="2" charset="-122"/>
        <a:cs typeface="+mn-cs"/>
      </a:defRPr>
    </a:lvl7pPr>
    <a:lvl8pPr marL="3200400" algn="l" defTabSz="914400" rtl="0" eaLnBrk="1" latinLnBrk="0" hangingPunct="1">
      <a:defRPr kumimoji="1" sz="2400" kern="1200">
        <a:solidFill>
          <a:schemeClr val="tx1"/>
        </a:solidFill>
        <a:latin typeface="Times New Roman" charset="0"/>
        <a:ea typeface="宋体" pitchFamily="2" charset="-122"/>
        <a:cs typeface="+mn-cs"/>
      </a:defRPr>
    </a:lvl8pPr>
    <a:lvl9pPr marL="3657600" algn="l" defTabSz="914400" rtl="0" eaLnBrk="1" latinLnBrk="0" hangingPunct="1">
      <a:defRPr kumimoji="1" sz="2400" kern="1200">
        <a:solidFill>
          <a:schemeClr val="tx1"/>
        </a:solidFill>
        <a:latin typeface="Times New Roman"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2787"/>
    <p:restoredTop sz="90929"/>
  </p:normalViewPr>
  <p:slideViewPr>
    <p:cSldViewPr>
      <p:cViewPr varScale="1">
        <p:scale>
          <a:sx n="40" d="100"/>
          <a:sy n="40" d="100"/>
        </p:scale>
        <p:origin x="-780"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4C008B41-A471-4B22-8C9F-0E21AF8F8669}" type="slidenum">
              <a:rPr lang="zh-CN" altLang="en-US"/>
              <a:pPr/>
              <a:t>‹#›</a:t>
            </a:fld>
            <a:endParaRPr lang="zh-CN" altLang="en-US"/>
          </a:p>
        </p:txBody>
      </p:sp>
    </p:spTree>
    <p:extLst>
      <p:ext uri="{BB962C8B-B14F-4D97-AF65-F5344CB8AC3E}">
        <p14:creationId xmlns:p14="http://schemas.microsoft.com/office/powerpoint/2010/main" val="31492935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1F1B41BF-034E-4203-AC20-9DCE36499CE5}" type="slidenum">
              <a:rPr lang="zh-CN" altLang="en-US"/>
              <a:pPr/>
              <a:t>‹#›</a:t>
            </a:fld>
            <a:endParaRPr lang="zh-CN" altLang="en-US"/>
          </a:p>
        </p:txBody>
      </p:sp>
    </p:spTree>
    <p:extLst>
      <p:ext uri="{BB962C8B-B14F-4D97-AF65-F5344CB8AC3E}">
        <p14:creationId xmlns:p14="http://schemas.microsoft.com/office/powerpoint/2010/main" val="28725238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1F4EC663-C1A0-4B6B-9EDF-9BCD550B1D3D}" type="slidenum">
              <a:rPr lang="zh-CN" altLang="en-US"/>
              <a:pPr/>
              <a:t>‹#›</a:t>
            </a:fld>
            <a:endParaRPr lang="zh-CN" altLang="en-US"/>
          </a:p>
        </p:txBody>
      </p:sp>
    </p:spTree>
    <p:extLst>
      <p:ext uri="{BB962C8B-B14F-4D97-AF65-F5344CB8AC3E}">
        <p14:creationId xmlns:p14="http://schemas.microsoft.com/office/powerpoint/2010/main" val="33496475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F33F535C-520D-4926-AE50-F3A94955B32A}" type="slidenum">
              <a:rPr lang="zh-CN" altLang="en-US"/>
              <a:pPr/>
              <a:t>‹#›</a:t>
            </a:fld>
            <a:endParaRPr lang="zh-CN" altLang="en-US"/>
          </a:p>
        </p:txBody>
      </p:sp>
    </p:spTree>
    <p:extLst>
      <p:ext uri="{BB962C8B-B14F-4D97-AF65-F5344CB8AC3E}">
        <p14:creationId xmlns:p14="http://schemas.microsoft.com/office/powerpoint/2010/main" val="11621927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B58FB108-D2AF-4034-8CBE-59A0B7F1B440}" type="slidenum">
              <a:rPr lang="zh-CN" altLang="en-US"/>
              <a:pPr/>
              <a:t>‹#›</a:t>
            </a:fld>
            <a:endParaRPr lang="zh-CN" altLang="en-US"/>
          </a:p>
        </p:txBody>
      </p:sp>
    </p:spTree>
    <p:extLst>
      <p:ext uri="{BB962C8B-B14F-4D97-AF65-F5344CB8AC3E}">
        <p14:creationId xmlns:p14="http://schemas.microsoft.com/office/powerpoint/2010/main" val="14977040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04B8309F-4B4F-438F-8EF4-A401D0E878A6}" type="slidenum">
              <a:rPr lang="zh-CN" altLang="en-US"/>
              <a:pPr/>
              <a:t>‹#›</a:t>
            </a:fld>
            <a:endParaRPr lang="zh-CN" altLang="en-US"/>
          </a:p>
        </p:txBody>
      </p:sp>
    </p:spTree>
    <p:extLst>
      <p:ext uri="{BB962C8B-B14F-4D97-AF65-F5344CB8AC3E}">
        <p14:creationId xmlns:p14="http://schemas.microsoft.com/office/powerpoint/2010/main" val="17990850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07DDF399-A9F3-4AC4-84B4-4D878A787225}" type="slidenum">
              <a:rPr lang="zh-CN" altLang="en-US"/>
              <a:pPr/>
              <a:t>‹#›</a:t>
            </a:fld>
            <a:endParaRPr lang="zh-CN" altLang="en-US"/>
          </a:p>
        </p:txBody>
      </p:sp>
    </p:spTree>
    <p:extLst>
      <p:ext uri="{BB962C8B-B14F-4D97-AF65-F5344CB8AC3E}">
        <p14:creationId xmlns:p14="http://schemas.microsoft.com/office/powerpoint/2010/main" val="3984829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BC8289B8-8397-4D6B-941D-ADBB2320D3D3}" type="slidenum">
              <a:rPr lang="zh-CN" altLang="en-US"/>
              <a:pPr/>
              <a:t>‹#›</a:t>
            </a:fld>
            <a:endParaRPr lang="zh-CN" altLang="en-US"/>
          </a:p>
        </p:txBody>
      </p:sp>
    </p:spTree>
    <p:extLst>
      <p:ext uri="{BB962C8B-B14F-4D97-AF65-F5344CB8AC3E}">
        <p14:creationId xmlns:p14="http://schemas.microsoft.com/office/powerpoint/2010/main" val="31001321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F9CA16E3-5745-4BB7-852F-09DEF3666504}" type="slidenum">
              <a:rPr lang="zh-CN" altLang="en-US"/>
              <a:pPr/>
              <a:t>‹#›</a:t>
            </a:fld>
            <a:endParaRPr lang="zh-CN" altLang="en-US"/>
          </a:p>
        </p:txBody>
      </p:sp>
    </p:spTree>
    <p:extLst>
      <p:ext uri="{BB962C8B-B14F-4D97-AF65-F5344CB8AC3E}">
        <p14:creationId xmlns:p14="http://schemas.microsoft.com/office/powerpoint/2010/main" val="30500204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958D0B21-DBCF-4C76-9666-0A18EEC0A4E3}" type="slidenum">
              <a:rPr lang="zh-CN" altLang="en-US"/>
              <a:pPr/>
              <a:t>‹#›</a:t>
            </a:fld>
            <a:endParaRPr lang="zh-CN" altLang="en-US"/>
          </a:p>
        </p:txBody>
      </p:sp>
    </p:spTree>
    <p:extLst>
      <p:ext uri="{BB962C8B-B14F-4D97-AF65-F5344CB8AC3E}">
        <p14:creationId xmlns:p14="http://schemas.microsoft.com/office/powerpoint/2010/main" val="1339533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16794A8D-6239-46F1-943F-690C42393178}" type="slidenum">
              <a:rPr lang="zh-CN" altLang="en-US"/>
              <a:pPr/>
              <a:t>‹#›</a:t>
            </a:fld>
            <a:endParaRPr lang="zh-CN" altLang="en-US"/>
          </a:p>
        </p:txBody>
      </p:sp>
    </p:spTree>
    <p:extLst>
      <p:ext uri="{BB962C8B-B14F-4D97-AF65-F5344CB8AC3E}">
        <p14:creationId xmlns:p14="http://schemas.microsoft.com/office/powerpoint/2010/main" val="13065401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kumimoji="0" sz="1400"/>
            </a:lvl1pPr>
          </a:lstStyle>
          <a:p>
            <a:endParaRPr lang="zh-CN" alt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kumimoji="0" sz="1400"/>
            </a:lvl1pPr>
          </a:lstStyle>
          <a:p>
            <a:endParaRPr lang="zh-CN" alt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kumimoji="0" sz="1400"/>
            </a:lvl1pPr>
          </a:lstStyle>
          <a:p>
            <a:fld id="{6FBB2FA2-9C2E-4B14-8069-312600291FC9}" type="slidenum">
              <a:rPr lang="zh-CN" altLang="en-US"/>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kumimoji="1" sz="44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Times New Roman" charset="0"/>
          <a:ea typeface="宋体" pitchFamily="2" charset="-122"/>
        </a:defRPr>
      </a:lvl2pPr>
      <a:lvl3pPr algn="ctr" rtl="0" fontAlgn="base">
        <a:spcBef>
          <a:spcPct val="0"/>
        </a:spcBef>
        <a:spcAft>
          <a:spcPct val="0"/>
        </a:spcAft>
        <a:defRPr kumimoji="1" sz="4400">
          <a:solidFill>
            <a:schemeClr val="tx2"/>
          </a:solidFill>
          <a:latin typeface="Times New Roman" charset="0"/>
          <a:ea typeface="宋体" pitchFamily="2" charset="-122"/>
        </a:defRPr>
      </a:lvl3pPr>
      <a:lvl4pPr algn="ctr" rtl="0" fontAlgn="base">
        <a:spcBef>
          <a:spcPct val="0"/>
        </a:spcBef>
        <a:spcAft>
          <a:spcPct val="0"/>
        </a:spcAft>
        <a:defRPr kumimoji="1" sz="4400">
          <a:solidFill>
            <a:schemeClr val="tx2"/>
          </a:solidFill>
          <a:latin typeface="Times New Roman" charset="0"/>
          <a:ea typeface="宋体" pitchFamily="2" charset="-122"/>
        </a:defRPr>
      </a:lvl4pPr>
      <a:lvl5pPr algn="ctr" rtl="0" fontAlgn="base">
        <a:spcBef>
          <a:spcPct val="0"/>
        </a:spcBef>
        <a:spcAft>
          <a:spcPct val="0"/>
        </a:spcAft>
        <a:defRPr kumimoji="1" sz="4400">
          <a:solidFill>
            <a:schemeClr val="tx2"/>
          </a:solidFill>
          <a:latin typeface="Times New Roman" charset="0"/>
          <a:ea typeface="宋体" pitchFamily="2" charset="-122"/>
        </a:defRPr>
      </a:lvl5pPr>
      <a:lvl6pPr marL="457200" algn="ctr" rtl="0" fontAlgn="base">
        <a:spcBef>
          <a:spcPct val="0"/>
        </a:spcBef>
        <a:spcAft>
          <a:spcPct val="0"/>
        </a:spcAft>
        <a:defRPr kumimoji="1" sz="4400">
          <a:solidFill>
            <a:schemeClr val="tx2"/>
          </a:solidFill>
          <a:latin typeface="Times New Roman" charset="0"/>
          <a:ea typeface="宋体" pitchFamily="2" charset="-122"/>
        </a:defRPr>
      </a:lvl6pPr>
      <a:lvl7pPr marL="914400" algn="ctr" rtl="0" fontAlgn="base">
        <a:spcBef>
          <a:spcPct val="0"/>
        </a:spcBef>
        <a:spcAft>
          <a:spcPct val="0"/>
        </a:spcAft>
        <a:defRPr kumimoji="1" sz="4400">
          <a:solidFill>
            <a:schemeClr val="tx2"/>
          </a:solidFill>
          <a:latin typeface="Times New Roman" charset="0"/>
          <a:ea typeface="宋体" pitchFamily="2" charset="-122"/>
        </a:defRPr>
      </a:lvl7pPr>
      <a:lvl8pPr marL="1371600" algn="ctr" rtl="0" fontAlgn="base">
        <a:spcBef>
          <a:spcPct val="0"/>
        </a:spcBef>
        <a:spcAft>
          <a:spcPct val="0"/>
        </a:spcAft>
        <a:defRPr kumimoji="1" sz="4400">
          <a:solidFill>
            <a:schemeClr val="tx2"/>
          </a:solidFill>
          <a:latin typeface="Times New Roman" charset="0"/>
          <a:ea typeface="宋体" pitchFamily="2" charset="-122"/>
        </a:defRPr>
      </a:lvl8pPr>
      <a:lvl9pPr marL="1828800" algn="ctr" rtl="0" fontAlgn="base">
        <a:spcBef>
          <a:spcPct val="0"/>
        </a:spcBef>
        <a:spcAft>
          <a:spcPct val="0"/>
        </a:spcAft>
        <a:defRPr kumimoji="1" sz="4400">
          <a:solidFill>
            <a:schemeClr val="tx2"/>
          </a:solidFill>
          <a:latin typeface="Times New Roman" charset="0"/>
          <a:ea typeface="宋体" pitchFamily="2" charset="-122"/>
        </a:defRPr>
      </a:lvl9pPr>
    </p:titleStyle>
    <p:body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685800" y="2286000"/>
            <a:ext cx="7772400" cy="1143000"/>
          </a:xfrm>
        </p:spPr>
        <p:txBody>
          <a:bodyPr/>
          <a:lstStyle/>
          <a:p>
            <a:r>
              <a:rPr lang="zh-CN" altLang="en-US"/>
              <a:t>笔记本电脑日常维护保养</a:t>
            </a:r>
          </a:p>
        </p:txBody>
      </p:sp>
      <p:sp>
        <p:nvSpPr>
          <p:cNvPr id="4099" name="Rectangle 3"/>
          <p:cNvSpPr>
            <a:spLocks noGrp="1" noChangeArrowheads="1"/>
          </p:cNvSpPr>
          <p:nvPr>
            <p:ph type="subTitle" idx="1"/>
          </p:nvPr>
        </p:nvSpPr>
        <p:spPr/>
        <p:txBody>
          <a:bodyPr/>
          <a:lstStyle/>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zh-CN" altLang="en-US"/>
              <a:t>笔记本电脑部件</a:t>
            </a:r>
          </a:p>
        </p:txBody>
      </p:sp>
      <p:sp>
        <p:nvSpPr>
          <p:cNvPr id="5123" name="Rectangle 3"/>
          <p:cNvSpPr>
            <a:spLocks noGrp="1" noChangeArrowheads="1"/>
          </p:cNvSpPr>
          <p:nvPr>
            <p:ph type="body" idx="1"/>
          </p:nvPr>
        </p:nvSpPr>
        <p:spPr>
          <a:xfrm>
            <a:off x="685800" y="2057400"/>
            <a:ext cx="7772400" cy="4114800"/>
          </a:xfrm>
        </p:spPr>
        <p:txBody>
          <a:bodyPr/>
          <a:lstStyle/>
          <a:p>
            <a:r>
              <a:rPr lang="zh-CN" altLang="en-US"/>
              <a:t>液晶显示屏幕(</a:t>
            </a:r>
            <a:r>
              <a:rPr lang="en-US" altLang="zh-CN"/>
              <a:t>LCD Panel) </a:t>
            </a:r>
          </a:p>
          <a:p>
            <a:r>
              <a:rPr lang="zh-CN" altLang="en-US"/>
              <a:t>电池(</a:t>
            </a:r>
            <a:r>
              <a:rPr lang="en-US" altLang="zh-CN"/>
              <a:t>Battery) </a:t>
            </a:r>
          </a:p>
          <a:p>
            <a:r>
              <a:rPr lang="zh-CN" altLang="en-US"/>
              <a:t>键盘(</a:t>
            </a:r>
            <a:r>
              <a:rPr lang="en-US" altLang="zh-CN"/>
              <a:t>Keyboard) </a:t>
            </a:r>
          </a:p>
          <a:p>
            <a:r>
              <a:rPr lang="zh-CN" altLang="en-US"/>
              <a:t>硬盘(</a:t>
            </a:r>
            <a:r>
              <a:rPr lang="en-US" altLang="zh-CN"/>
              <a:t>Hard Disk) </a:t>
            </a:r>
          </a:p>
          <a:p>
            <a:r>
              <a:rPr lang="zh-CN" altLang="en-US"/>
              <a:t>光驱(</a:t>
            </a:r>
            <a:r>
              <a:rPr lang="en-US" altLang="zh-CN"/>
              <a:t>CD-ROM) </a:t>
            </a:r>
          </a:p>
          <a:p>
            <a:r>
              <a:rPr lang="zh-CN" altLang="en-US"/>
              <a:t>触控板(</a:t>
            </a:r>
            <a:r>
              <a:rPr lang="en-US" altLang="zh-CN"/>
              <a:t>Touchpad)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zh-CN" altLang="en-US"/>
              <a:t>液晶显示屏幕(</a:t>
            </a:r>
            <a:r>
              <a:rPr lang="en-US" altLang="zh-CN"/>
              <a:t>LCD Panel)</a:t>
            </a:r>
            <a:endParaRPr lang="zh-CN" altLang="en-US"/>
          </a:p>
        </p:txBody>
      </p:sp>
      <p:sp>
        <p:nvSpPr>
          <p:cNvPr id="6147" name="Rectangle 3"/>
          <p:cNvSpPr>
            <a:spLocks noGrp="1" noChangeArrowheads="1"/>
          </p:cNvSpPr>
          <p:nvPr>
            <p:ph type="body" idx="1"/>
          </p:nvPr>
        </p:nvSpPr>
        <p:spPr>
          <a:xfrm>
            <a:off x="609600" y="2133600"/>
            <a:ext cx="7772400" cy="4114800"/>
          </a:xfrm>
        </p:spPr>
        <p:txBody>
          <a:bodyPr/>
          <a:lstStyle/>
          <a:p>
            <a:pPr>
              <a:lnSpc>
                <a:spcPct val="90000"/>
              </a:lnSpc>
            </a:pPr>
            <a:r>
              <a:rPr lang="zh-CN" altLang="en-US" sz="2400"/>
              <a:t>长时间不使用电脑时，可透过键盘上的功能键暂时仅将液晶显示屏幕电源关闭，除了节省电力外亦可延长屏幕寿命。 </a:t>
            </a:r>
          </a:p>
          <a:p>
            <a:pPr>
              <a:lnSpc>
                <a:spcPct val="90000"/>
              </a:lnSpc>
            </a:pPr>
            <a:r>
              <a:rPr lang="zh-CN" altLang="en-US" sz="2400"/>
              <a:t>请勿用力盖上液晶显示屏幕屏幕上盖或是放置任何异物在键盘及显示屏幕之间，避免上盖玻璃因重压而导致内部组件损坏。 </a:t>
            </a:r>
          </a:p>
          <a:p>
            <a:pPr>
              <a:lnSpc>
                <a:spcPct val="90000"/>
              </a:lnSpc>
            </a:pPr>
            <a:r>
              <a:rPr lang="zh-CN" altLang="en-US" sz="2400"/>
              <a:t>请勿用手指甲及尖锐的物品碰触屏幕表面以免刮伤。 </a:t>
            </a:r>
          </a:p>
          <a:p>
            <a:pPr>
              <a:lnSpc>
                <a:spcPct val="90000"/>
              </a:lnSpc>
            </a:pPr>
            <a:r>
              <a:rPr lang="zh-CN" altLang="en-US" sz="2400"/>
              <a:t>液晶显示屏幕表面会因静电而吸附灰尘，建议购买液晶显示屏幕专用擦拭布来清洁您的屏幕，请勿用手指拍除以免留下指纹，并请轻轻擦拭。 </a:t>
            </a:r>
          </a:p>
          <a:p>
            <a:pPr>
              <a:lnSpc>
                <a:spcPct val="90000"/>
              </a:lnSpc>
            </a:pPr>
            <a:r>
              <a:rPr lang="zh-CN" altLang="en-US" sz="2400"/>
              <a:t>请勿使用化学清洁剂擦拭屏幕。</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zh-CN" altLang="en-US"/>
              <a:t>键盘(</a:t>
            </a:r>
            <a:r>
              <a:rPr lang="en-US" altLang="zh-CN"/>
              <a:t>Keyboard)</a:t>
            </a:r>
            <a:endParaRPr lang="zh-CN" altLang="en-US"/>
          </a:p>
        </p:txBody>
      </p:sp>
      <p:sp>
        <p:nvSpPr>
          <p:cNvPr id="8195" name="Rectangle 3"/>
          <p:cNvSpPr>
            <a:spLocks noGrp="1" noChangeArrowheads="1"/>
          </p:cNvSpPr>
          <p:nvPr>
            <p:ph type="body" idx="1"/>
          </p:nvPr>
        </p:nvSpPr>
        <p:spPr/>
        <p:txBody>
          <a:bodyPr/>
          <a:lstStyle/>
          <a:p>
            <a:r>
              <a:rPr lang="zh-CN" altLang="en-US"/>
              <a:t>累积灰尘时，可用小毛刷来清洁缝隙，或是使用一般在清洁照相机镜头的高压喷气罐，将灰尘吹出，或使用掌上型吸尘器来清除键盘上的灰尘和碎屑。 </a:t>
            </a:r>
          </a:p>
          <a:p>
            <a:r>
              <a:rPr lang="zh-CN" altLang="en-US"/>
              <a:t>清洁表面，可在软布上沾上少许清洁剂，在关机的情况下轻轻擦拭键盘表面。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zh-CN" altLang="en-US"/>
              <a:t>电池(</a:t>
            </a:r>
            <a:r>
              <a:rPr lang="en-US" altLang="zh-CN"/>
              <a:t>Battery)</a:t>
            </a:r>
            <a:endParaRPr lang="zh-CN" altLang="en-US"/>
          </a:p>
        </p:txBody>
      </p:sp>
      <p:sp>
        <p:nvSpPr>
          <p:cNvPr id="7171" name="Rectangle 3"/>
          <p:cNvSpPr>
            <a:spLocks noGrp="1" noChangeArrowheads="1"/>
          </p:cNvSpPr>
          <p:nvPr>
            <p:ph type="body" idx="1"/>
          </p:nvPr>
        </p:nvSpPr>
        <p:spPr/>
        <p:txBody>
          <a:bodyPr/>
          <a:lstStyle/>
          <a:p>
            <a:r>
              <a:rPr lang="zh-CN" altLang="en-US" sz="2400"/>
              <a:t>当无外接电源的情况下，倘若当时的工作状况暂时用不到</a:t>
            </a:r>
            <a:r>
              <a:rPr lang="en-US" altLang="zh-CN" sz="2400"/>
              <a:t>PCMCIA</a:t>
            </a:r>
            <a:r>
              <a:rPr lang="zh-CN" altLang="en-US" sz="2400"/>
              <a:t>插槽中的卡片，建议先将卡片移除以延长电池使用时间。 </a:t>
            </a:r>
          </a:p>
          <a:p>
            <a:r>
              <a:rPr lang="zh-CN" altLang="en-US" sz="2400"/>
              <a:t>室温(20-30度)为电池最适宜之工作温度，温度过高或过低的操作环境将降低电池的使用时间。 </a:t>
            </a:r>
          </a:p>
          <a:p>
            <a:r>
              <a:rPr lang="zh-CN" altLang="en-US" sz="2400"/>
              <a:t>在可提供稳定电源的环境下使用笔记本电脑时，将电池移除可延长电池受寿命是不正确的。</a:t>
            </a:r>
          </a:p>
          <a:p>
            <a:r>
              <a:rPr lang="zh-CN" altLang="en-US" sz="2400"/>
              <a:t>建议平均三个月进行一次电池电力校正的动作。 </a:t>
            </a:r>
          </a:p>
          <a:p>
            <a:r>
              <a:rPr lang="zh-CN" altLang="en-US" sz="2400"/>
              <a:t>电源适配器（</a:t>
            </a:r>
            <a:r>
              <a:rPr lang="en-US" altLang="zh-CN" sz="2400"/>
              <a:t>AC Adapter）</a:t>
            </a:r>
            <a:r>
              <a:rPr lang="zh-CN" altLang="en-US" sz="2400"/>
              <a:t>使用时参考国际电压说明</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zh-CN" altLang="en-US"/>
              <a:t>硬盘(</a:t>
            </a:r>
            <a:r>
              <a:rPr lang="en-US" altLang="zh-CN"/>
              <a:t>Hard Disk)</a:t>
            </a:r>
            <a:endParaRPr lang="zh-CN" altLang="en-US"/>
          </a:p>
        </p:txBody>
      </p:sp>
      <p:sp>
        <p:nvSpPr>
          <p:cNvPr id="9219" name="Rectangle 3"/>
          <p:cNvSpPr>
            <a:spLocks noGrp="1" noChangeArrowheads="1"/>
          </p:cNvSpPr>
          <p:nvPr>
            <p:ph type="body" idx="1"/>
          </p:nvPr>
        </p:nvSpPr>
        <p:spPr/>
        <p:txBody>
          <a:bodyPr/>
          <a:lstStyle/>
          <a:p>
            <a:pPr>
              <a:lnSpc>
                <a:spcPct val="90000"/>
              </a:lnSpc>
            </a:pPr>
            <a:r>
              <a:rPr lang="zh-CN" altLang="en-US"/>
              <a:t>尽量在平稳的状况下使用，避免在容易晃动的地点操作计算机。 </a:t>
            </a:r>
          </a:p>
          <a:p>
            <a:pPr>
              <a:lnSpc>
                <a:spcPct val="90000"/>
              </a:lnSpc>
            </a:pPr>
            <a:r>
              <a:rPr lang="zh-CN" altLang="en-US"/>
              <a:t>开关机过程是硬盘最脆弱的时候。此时硬盘轴承尚未转速尚未稳定，若产生震动，则容易造成坏轨。故建议关机后等待约十秒左右后再移动笔记本电脑。 </a:t>
            </a:r>
          </a:p>
          <a:p>
            <a:pPr>
              <a:lnSpc>
                <a:spcPct val="90000"/>
              </a:lnSpc>
            </a:pPr>
            <a:r>
              <a:rPr lang="zh-CN" altLang="en-US"/>
              <a:t>平均每月执行一次磁盘重组及扫描，以增进磁盘存取效率。</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zh-CN" altLang="en-US"/>
              <a:t>光驱(</a:t>
            </a:r>
            <a:r>
              <a:rPr lang="en-US" altLang="zh-CN"/>
              <a:t>CD-ROM)</a:t>
            </a:r>
            <a:endParaRPr lang="zh-CN" altLang="en-US"/>
          </a:p>
        </p:txBody>
      </p:sp>
      <p:sp>
        <p:nvSpPr>
          <p:cNvPr id="10243" name="Rectangle 3"/>
          <p:cNvSpPr>
            <a:spLocks noGrp="1" noChangeArrowheads="1"/>
          </p:cNvSpPr>
          <p:nvPr>
            <p:ph type="body" idx="1"/>
          </p:nvPr>
        </p:nvSpPr>
        <p:spPr>
          <a:xfrm>
            <a:off x="685800" y="1981200"/>
            <a:ext cx="8062913" cy="4114800"/>
          </a:xfrm>
        </p:spPr>
        <p:txBody>
          <a:bodyPr/>
          <a:lstStyle/>
          <a:p>
            <a:r>
              <a:rPr lang="zh-CN" altLang="en-US"/>
              <a:t>使用光盘清洁片，定期清洁雷射读取头。 </a:t>
            </a:r>
          </a:p>
          <a:p>
            <a:r>
              <a:rPr lang="zh-CN" altLang="en-US"/>
              <a:t>请双手并用地将光盘片置入光驱中，一只手托住</a:t>
            </a:r>
            <a:r>
              <a:rPr lang="en-US" altLang="zh-CN"/>
              <a:t>CD</a:t>
            </a:r>
            <a:r>
              <a:rPr lang="zh-CN" altLang="en-US"/>
              <a:t>托盘，另一只手将</a:t>
            </a:r>
            <a:r>
              <a:rPr lang="en-US" altLang="zh-CN"/>
              <a:t>CD</a:t>
            </a:r>
            <a:r>
              <a:rPr lang="zh-CN" altLang="en-US"/>
              <a:t>片确实固定，可避免</a:t>
            </a:r>
            <a:r>
              <a:rPr lang="en-US" altLang="zh-CN"/>
              <a:t>CD</a:t>
            </a:r>
            <a:r>
              <a:rPr lang="zh-CN" altLang="en-US"/>
              <a:t>托盘变形。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zh-CN" altLang="en-US"/>
              <a:t>触控板(</a:t>
            </a:r>
            <a:r>
              <a:rPr lang="en-US" altLang="zh-CN"/>
              <a:t>Touchpad)</a:t>
            </a:r>
            <a:endParaRPr lang="zh-CN" altLang="en-US"/>
          </a:p>
        </p:txBody>
      </p:sp>
      <p:sp>
        <p:nvSpPr>
          <p:cNvPr id="11267" name="Rectangle 3"/>
          <p:cNvSpPr>
            <a:spLocks noGrp="1" noChangeArrowheads="1"/>
          </p:cNvSpPr>
          <p:nvPr>
            <p:ph type="body" idx="1"/>
          </p:nvPr>
        </p:nvSpPr>
        <p:spPr/>
        <p:txBody>
          <a:bodyPr/>
          <a:lstStyle/>
          <a:p>
            <a:pPr>
              <a:lnSpc>
                <a:spcPct val="90000"/>
              </a:lnSpc>
            </a:pPr>
            <a:r>
              <a:rPr lang="zh-CN" altLang="en-US"/>
              <a:t>使用触控板时请务必保持双手清洁，以免发生光标乱跑之现象。 </a:t>
            </a:r>
          </a:p>
          <a:p>
            <a:pPr>
              <a:lnSpc>
                <a:spcPct val="90000"/>
              </a:lnSpc>
            </a:pPr>
            <a:r>
              <a:rPr lang="zh-CN" altLang="en-US"/>
              <a:t>不小心弄脏表面时，可将干布沾湿一角轻轻擦拭触控板表面即可，请勿使用粗糙布等物品擦拭表面。 </a:t>
            </a:r>
          </a:p>
          <a:p>
            <a:pPr>
              <a:lnSpc>
                <a:spcPct val="90000"/>
              </a:lnSpc>
            </a:pPr>
            <a:r>
              <a:rPr lang="zh-CN" altLang="en-US"/>
              <a:t>触摸板是感应式精密电子组件，请勿使用尖锐物品在触控面板上书写，亦不可重压使用，以免造成损坏。</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noChangeArrowheads="1"/>
          </p:cNvSpPr>
          <p:nvPr>
            <p:ph type="body" idx="1"/>
          </p:nvPr>
        </p:nvSpPr>
        <p:spPr>
          <a:xfrm>
            <a:off x="609600" y="381000"/>
            <a:ext cx="7772400" cy="6096000"/>
          </a:xfrm>
        </p:spPr>
        <p:txBody>
          <a:bodyPr/>
          <a:lstStyle/>
          <a:p>
            <a:pPr>
              <a:buFontTx/>
              <a:buNone/>
            </a:pPr>
            <a:r>
              <a:rPr lang="zh-CN" altLang="en-US" sz="2800"/>
              <a:t>外出使用 </a:t>
            </a:r>
          </a:p>
          <a:p>
            <a:r>
              <a:rPr lang="zh-CN" altLang="en-US" sz="2800"/>
              <a:t>步骤一: 确定所有备份电池的电力都已充饱，您可以在操作系统下察看电池电量显示。 </a:t>
            </a:r>
          </a:p>
          <a:p>
            <a:r>
              <a:rPr lang="zh-CN" altLang="en-US" sz="2800"/>
              <a:t>步骤二: 关闭笔记本电脑电源开关。 </a:t>
            </a:r>
          </a:p>
          <a:p>
            <a:r>
              <a:rPr lang="zh-CN" altLang="en-US" sz="2800"/>
              <a:t>步骤三: 将液晶显示屏幕上盖关上并确定上盖确实地卡住定位。 </a:t>
            </a:r>
          </a:p>
          <a:p>
            <a:r>
              <a:rPr lang="zh-CN" altLang="en-US" sz="2800"/>
              <a:t>步骤四: 拔掉交流电源线。 </a:t>
            </a:r>
          </a:p>
          <a:p>
            <a:r>
              <a:rPr lang="zh-CN" altLang="en-US" sz="2800"/>
              <a:t>步骤五: 拔掉所有连接线。 </a:t>
            </a:r>
          </a:p>
          <a:p>
            <a:r>
              <a:rPr lang="zh-CN" altLang="en-US" sz="2800"/>
              <a:t>步骤六: 将笔记本电脑放入专用背袋内以避免灰尘污染及碰撞情形发生，并注意不要在笔记本电脑专用背袋内放置过多物品，以避免压坏液晶显示器玻璃。</a:t>
            </a:r>
          </a:p>
        </p:txBody>
      </p:sp>
    </p:spTree>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en-US" sz="2400" b="0" i="0" u="none" strike="noStrike" cap="none" normalizeH="0" baseline="0" smtClean="0">
            <a:ln>
              <a:noFill/>
            </a:ln>
            <a:solidFill>
              <a:schemeClr val="tx1"/>
            </a:solidFill>
            <a:effectLst/>
            <a:latin typeface="Times New Roman"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en-US" sz="2400" b="0" i="0" u="none" strike="noStrike" cap="none" normalizeH="0" baseline="0" smtClean="0">
            <a:ln>
              <a:noFill/>
            </a:ln>
            <a:solidFill>
              <a:schemeClr val="tx1"/>
            </a:solidFill>
            <a:effectLst/>
            <a:latin typeface="Times New Roman"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emplate/>
  <TotalTime>18</TotalTime>
  <Words>669</Words>
  <Application>Microsoft Office PowerPoint</Application>
  <PresentationFormat>全屏显示(4:3)</PresentationFormat>
  <Paragraphs>41</Paragraphs>
  <Slides>9</Slides>
  <Notes>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9</vt:i4>
      </vt:variant>
    </vt:vector>
  </HeadingPairs>
  <TitlesOfParts>
    <vt:vector size="12" baseType="lpstr">
      <vt:lpstr>Times New Roman</vt:lpstr>
      <vt:lpstr>宋体</vt:lpstr>
      <vt:lpstr>默认设计模板</vt:lpstr>
      <vt:lpstr>笔记本电脑日常维护保养</vt:lpstr>
      <vt:lpstr>笔记本电脑部件</vt:lpstr>
      <vt:lpstr>液晶显示屏幕(LCD Panel)</vt:lpstr>
      <vt:lpstr>键盘(Keyboard)</vt:lpstr>
      <vt:lpstr>电池(Battery)</vt:lpstr>
      <vt:lpstr>硬盘(Hard Disk)</vt:lpstr>
      <vt:lpstr>光驱(CD-ROM)</vt:lpstr>
      <vt:lpstr>触控板(Touchpad)</vt:lpstr>
      <vt:lpstr>PowerPoint 演示文稿</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tt</cp:lastModifiedBy>
  <cp:revision>7</cp:revision>
  <dcterms:created xsi:type="dcterms:W3CDTF">1601-01-01T00:00:00Z</dcterms:created>
  <dcterms:modified xsi:type="dcterms:W3CDTF">2012-10-18T08:43:03Z</dcterms:modified>
</cp:coreProperties>
</file>