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1A01C-8DF2-43DD-8AC9-080AED549E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07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3AF08C-4C66-420D-ABEA-235213519F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12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48416-A1A3-49D4-B755-4108804A2D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31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8EBD4-1B4C-4C4C-BDF9-213246BF7F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1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A1E16-DD99-48D7-8424-2166221AE8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942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693457-4A18-4E32-9CB1-2B93899D3C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78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A44E3-7262-4252-A97F-21B44A3E7D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74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E0EE52-FB50-444F-A776-A1A1766AD5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18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BB55A-7444-48CD-86A9-5B94C0FC01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06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8AB33-0365-424C-91F7-5ADF2619AB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40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D2407-17CF-4D2B-9B33-7AC416BFD9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262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A90-8026-40DC-9DBC-A5E5CFC6F0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62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3BF24F-1039-49BC-8B84-AD14C8ECDBC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62000"/>
            <a:ext cx="7772400" cy="51816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YlmF</cp:lastModifiedBy>
  <cp:revision>2</cp:revision>
  <dcterms:created xsi:type="dcterms:W3CDTF">2001-12-19T02:20:45Z</dcterms:created>
  <dcterms:modified xsi:type="dcterms:W3CDTF">2013-08-29T01:21:33Z</dcterms:modified>
</cp:coreProperties>
</file>