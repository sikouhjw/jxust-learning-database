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D7F1A01C-8DF2-43DD-8AC9-080AED549EF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3AF08C-4C66-420D-ABEA-235213519F2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77748416-A1A3-49D4-B755-4108804A2DE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18EBD4-1B4C-4C4C-BDF9-213246BF7F2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BA1E16-DD99-48D7-8424-2166221AE84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693457-4A18-4E32-9CB1-2B93899D3CB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AA44E3-7262-4252-A97F-21B44A3E7D4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E0EE52-FB50-444F-A776-A1A1766AD58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0BB55A-7444-48CD-86A9-5B94C0FC010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78AB33-0365-424C-91F7-5ADF2619AB1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BD2407-17CF-4D2B-9B33-7AC416BFD9F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AD4BA90-8026-40DC-9DBC-A5E5CFC6F0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624968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23BF24F-1039-49BC-8B84-AD14C8ECDBC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wipe dir="r"/>
  </p:transition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600" b="1" dirty="0"/>
              <a:t>龟兔赛跑</a:t>
            </a:r>
          </a:p>
        </p:txBody>
      </p:sp>
    </p:spTree>
    <p:extLst>
      <p:ext uri="{BB962C8B-B14F-4D97-AF65-F5344CB8AC3E}">
        <p14:creationId xmlns:p14="http://schemas.microsoft.com/office/powerpoint/2010/main" val="83163537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762000"/>
            <a:ext cx="7772400" cy="5181600"/>
          </a:xfr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1</TotalTime>
  <Words>3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复合</vt:lpstr>
      <vt:lpstr>龟兔赛跑</vt:lpstr>
      <vt:lpstr>PowerPoint 演示文稿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Zhang</dc:creator>
  <cp:lastModifiedBy>YlmF</cp:lastModifiedBy>
  <cp:revision>3</cp:revision>
  <dcterms:created xsi:type="dcterms:W3CDTF">2001-12-19T02:20:45Z</dcterms:created>
  <dcterms:modified xsi:type="dcterms:W3CDTF">2013-09-06T05:18:58Z</dcterms:modified>
</cp:coreProperties>
</file>