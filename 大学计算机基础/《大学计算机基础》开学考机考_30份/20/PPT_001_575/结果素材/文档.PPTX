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>
        <p:scale>
          <a:sx n="60" d="100"/>
          <a:sy n="60" d="100"/>
        </p:scale>
        <p:origin x="-7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9CB3C884-3462-4C4A-A5F1-D812455842D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FF01E-7EC3-401F-8FBF-CE691394A2B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339AB2C4-6AF9-49B6-B761-84EB5476A80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723A51-B11D-488F-A3EA-EAA3EE1AFCC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F439AD-4A40-4243-B0AF-02A9AFF6179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37697B-AF45-4080-92E2-CC726A9154C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647B36-D0CB-46F3-AB91-C8EEB97EB1E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0EBBB9-43A1-4623-9D30-AE6D81538FE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58C628-AA6F-4589-B803-B118E7B95F6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C59451-0E17-478C-9918-5D2329FA963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6625C-8C34-4842-ADFB-2F256E600D9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BC140A5-283F-4A39-AF27-6AD266ABA7D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私人小客车发展迅速</a:t>
            </a:r>
          </a:p>
        </p:txBody>
      </p:sp>
      <p:pic>
        <p:nvPicPr>
          <p:cNvPr id="1030" name="Picture 6" descr="C:\Program Files\Microsoft Office\MEDIA\CAGCAT10\j0183328.wm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2124" y="2521915"/>
            <a:ext cx="1805940" cy="181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1994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年，北京“京</a:t>
            </a:r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A”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字头车牌小客车中大多数为公务车；</a:t>
            </a:r>
          </a:p>
          <a:p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1996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年， “京</a:t>
            </a:r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C”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字头车牌出现，私人小客车超过</a:t>
            </a:r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10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万辆；</a:t>
            </a:r>
          </a:p>
          <a:p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1997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年底，出现“京</a:t>
            </a:r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E”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字头车牌，私人小客车达</a:t>
            </a:r>
            <a:r>
              <a:rPr lang="en-US" altLang="zh-CN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25</a:t>
            </a:r>
            <a:r>
              <a:rPr lang="zh-CN" altLang="en-US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万辆；</a:t>
            </a:r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1998</a:t>
            </a:r>
            <a:r>
              <a:rPr lang="zh-CN" altLang="en-US"/>
              <a:t>年开始北京私人小客车以每年</a:t>
            </a:r>
            <a:r>
              <a:rPr lang="en-US" altLang="zh-CN"/>
              <a:t>10</a:t>
            </a:r>
            <a:r>
              <a:rPr lang="zh-CN" altLang="en-US"/>
              <a:t>万辆以上的速度增长；</a:t>
            </a:r>
          </a:p>
          <a:p>
            <a:r>
              <a:rPr lang="en-US" altLang="zh-CN"/>
              <a:t>2002</a:t>
            </a:r>
            <a:r>
              <a:rPr lang="zh-CN" altLang="en-US"/>
              <a:t>年，出现“京</a:t>
            </a:r>
            <a:r>
              <a:rPr lang="en-US" altLang="zh-CN"/>
              <a:t>F”</a:t>
            </a:r>
            <a:r>
              <a:rPr lang="zh-CN" altLang="en-US"/>
              <a:t>车牌，新增机动车</a:t>
            </a:r>
            <a:r>
              <a:rPr lang="en-US" altLang="zh-CN"/>
              <a:t>27.6</a:t>
            </a:r>
            <a:r>
              <a:rPr lang="zh-CN" altLang="en-US"/>
              <a:t>万辆，其中私人购车占</a:t>
            </a:r>
            <a:r>
              <a:rPr lang="en-US" altLang="zh-CN"/>
              <a:t>90%</a:t>
            </a:r>
            <a:r>
              <a:rPr lang="zh-CN" altLang="en-US"/>
              <a:t>；</a:t>
            </a:r>
          </a:p>
          <a:p>
            <a:r>
              <a:rPr lang="en-US" altLang="zh-CN"/>
              <a:t>2004</a:t>
            </a:r>
            <a:r>
              <a:rPr lang="zh-CN" altLang="en-US"/>
              <a:t>年，街市出现“京</a:t>
            </a:r>
            <a:r>
              <a:rPr lang="en-US" altLang="zh-CN"/>
              <a:t>H”</a:t>
            </a:r>
            <a:r>
              <a:rPr lang="zh-CN" altLang="en-US"/>
              <a:t>车牌；</a:t>
            </a:r>
          </a:p>
          <a:p>
            <a:r>
              <a:rPr lang="en-US" altLang="zh-CN"/>
              <a:t>2005</a:t>
            </a:r>
            <a:r>
              <a:rPr lang="zh-CN" altLang="en-US"/>
              <a:t>年， “京</a:t>
            </a:r>
            <a:r>
              <a:rPr lang="en-US" altLang="zh-CN"/>
              <a:t>J”</a:t>
            </a:r>
            <a:r>
              <a:rPr lang="zh-CN" altLang="en-US"/>
              <a:t>车牌悄然上岗，机动车保有量达</a:t>
            </a:r>
            <a:r>
              <a:rPr lang="en-US" altLang="zh-CN"/>
              <a:t>241</a:t>
            </a:r>
            <a:r>
              <a:rPr lang="zh-CN" altLang="en-US"/>
              <a:t>万量。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私人小客车发展迅速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89</TotalTime>
  <Words>115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复合</vt:lpstr>
      <vt:lpstr>私人小客车发展迅速</vt:lpstr>
      <vt:lpstr>私人小客车发展迅速</vt:lpstr>
    </vt:vector>
  </TitlesOfParts>
  <Company>bit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快速发展的私人小汽车</dc:title>
  <dc:creator>liu</dc:creator>
  <cp:lastModifiedBy>YlmF</cp:lastModifiedBy>
  <cp:revision>8</cp:revision>
  <dcterms:created xsi:type="dcterms:W3CDTF">2005-07-07T06:04:11Z</dcterms:created>
  <dcterms:modified xsi:type="dcterms:W3CDTF">2013-09-05T06:47:54Z</dcterms:modified>
</cp:coreProperties>
</file>