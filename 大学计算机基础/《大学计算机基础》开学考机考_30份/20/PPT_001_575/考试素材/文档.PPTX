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87"/>
    <p:restoredTop sz="90929"/>
  </p:normalViewPr>
  <p:slideViewPr>
    <p:cSldViewPr>
      <p:cViewPr varScale="1">
        <p:scale>
          <a:sx n="70" d="100"/>
          <a:sy n="70" d="100"/>
        </p:scale>
        <p:origin x="-94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CB3C884-3462-4C4A-A5F1-D812455842D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09747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2FF01E-7EC3-401F-8FBF-CE691394A2B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7863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9AB2C4-6AF9-49B6-B761-84EB5476A80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05901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723A51-B11D-488F-A3EA-EAA3EE1AFCC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2424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F439AD-4A40-4243-B0AF-02A9AFF6179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06381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37697B-AF45-4080-92E2-CC726A9154C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74349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647B36-D0CB-46F3-AB91-C8EEB97EB1E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7999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0EBBB9-43A1-4623-9D30-AE6D81538FE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37860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B58C628-AA6F-4589-B803-B118E7B95F6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5651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C59451-0E17-478C-9918-5D2329FA963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34878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76625C-8C34-4842-ADFB-2F256E600D9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98432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CBC140A5-283F-4A39-AF27-6AD266ABA7DF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私人小客车发展迅速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1998</a:t>
            </a:r>
            <a:r>
              <a:rPr lang="zh-CN" altLang="en-US"/>
              <a:t>年开始北京私人小客车以每年</a:t>
            </a:r>
            <a:r>
              <a:rPr lang="en-US" altLang="zh-CN"/>
              <a:t>10</a:t>
            </a:r>
            <a:r>
              <a:rPr lang="zh-CN" altLang="en-US"/>
              <a:t>万辆以上的速度增长；</a:t>
            </a:r>
          </a:p>
          <a:p>
            <a:r>
              <a:rPr lang="en-US" altLang="zh-CN"/>
              <a:t>2002</a:t>
            </a:r>
            <a:r>
              <a:rPr lang="zh-CN" altLang="en-US"/>
              <a:t>年，出现“京</a:t>
            </a:r>
            <a:r>
              <a:rPr lang="en-US" altLang="zh-CN"/>
              <a:t>F”</a:t>
            </a:r>
            <a:r>
              <a:rPr lang="zh-CN" altLang="en-US"/>
              <a:t>车牌，新增机动车</a:t>
            </a:r>
            <a:r>
              <a:rPr lang="en-US" altLang="zh-CN"/>
              <a:t>27.6</a:t>
            </a:r>
            <a:r>
              <a:rPr lang="zh-CN" altLang="en-US"/>
              <a:t>万辆，其中私人购车占</a:t>
            </a:r>
            <a:r>
              <a:rPr lang="en-US" altLang="zh-CN"/>
              <a:t>90%</a:t>
            </a:r>
            <a:r>
              <a:rPr lang="zh-CN" altLang="en-US"/>
              <a:t>；</a:t>
            </a:r>
          </a:p>
          <a:p>
            <a:r>
              <a:rPr lang="en-US" altLang="zh-CN"/>
              <a:t>2004</a:t>
            </a:r>
            <a:r>
              <a:rPr lang="zh-CN" altLang="en-US"/>
              <a:t>年，街市出现“京</a:t>
            </a:r>
            <a:r>
              <a:rPr lang="en-US" altLang="zh-CN"/>
              <a:t>H”</a:t>
            </a:r>
            <a:r>
              <a:rPr lang="zh-CN" altLang="en-US"/>
              <a:t>车牌；</a:t>
            </a:r>
          </a:p>
          <a:p>
            <a:r>
              <a:rPr lang="en-US" altLang="zh-CN"/>
              <a:t>2005</a:t>
            </a:r>
            <a:r>
              <a:rPr lang="zh-CN" altLang="en-US"/>
              <a:t>年， “京</a:t>
            </a:r>
            <a:r>
              <a:rPr lang="en-US" altLang="zh-CN"/>
              <a:t>J”</a:t>
            </a:r>
            <a:r>
              <a:rPr lang="zh-CN" altLang="en-US"/>
              <a:t>车牌悄然上岗，机动车保有量达</a:t>
            </a:r>
            <a:r>
              <a:rPr lang="en-US" altLang="zh-CN"/>
              <a:t>241</a:t>
            </a:r>
            <a:r>
              <a:rPr lang="zh-CN" altLang="en-US"/>
              <a:t>万量。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私人小客车发展迅速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1994</a:t>
            </a:r>
            <a:r>
              <a:rPr lang="zh-CN" altLang="en-US"/>
              <a:t>年，北京“京</a:t>
            </a:r>
            <a:r>
              <a:rPr lang="en-US" altLang="zh-CN"/>
              <a:t>A”</a:t>
            </a:r>
            <a:r>
              <a:rPr lang="zh-CN" altLang="en-US"/>
              <a:t>字头车牌小客车中大多数为公务车；</a:t>
            </a:r>
          </a:p>
          <a:p>
            <a:r>
              <a:rPr lang="en-US" altLang="zh-CN"/>
              <a:t>1996</a:t>
            </a:r>
            <a:r>
              <a:rPr lang="zh-CN" altLang="en-US"/>
              <a:t>年， “京</a:t>
            </a:r>
            <a:r>
              <a:rPr lang="en-US" altLang="zh-CN"/>
              <a:t>C”</a:t>
            </a:r>
            <a:r>
              <a:rPr lang="zh-CN" altLang="en-US"/>
              <a:t>字头车牌出现，私人小客车超过</a:t>
            </a:r>
            <a:r>
              <a:rPr lang="en-US" altLang="zh-CN"/>
              <a:t>10</a:t>
            </a:r>
            <a:r>
              <a:rPr lang="zh-CN" altLang="en-US"/>
              <a:t>万辆；</a:t>
            </a:r>
          </a:p>
          <a:p>
            <a:r>
              <a:rPr lang="en-US" altLang="zh-CN"/>
              <a:t>1997</a:t>
            </a:r>
            <a:r>
              <a:rPr lang="zh-CN" altLang="en-US"/>
              <a:t>年底，出现“京</a:t>
            </a:r>
            <a:r>
              <a:rPr lang="en-US" altLang="zh-CN"/>
              <a:t>E”</a:t>
            </a:r>
            <a:r>
              <a:rPr lang="zh-CN" altLang="en-US"/>
              <a:t>字头车牌，私人小客车达</a:t>
            </a:r>
            <a:r>
              <a:rPr lang="en-US" altLang="zh-CN"/>
              <a:t>25</a:t>
            </a:r>
            <a:r>
              <a:rPr lang="zh-CN" altLang="en-US"/>
              <a:t>万辆；</a:t>
            </a:r>
          </a:p>
          <a:p>
            <a:endParaRPr lang="en-US" alt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115</Words>
  <Application>Microsoft Office PowerPoint</Application>
  <PresentationFormat>全屏显示(4:3)</PresentationFormat>
  <Paragraphs>9</Paragraphs>
  <Slides>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3" baseType="lpstr">
      <vt:lpstr>默认设计模板</vt:lpstr>
      <vt:lpstr>私人小客车发展迅速</vt:lpstr>
      <vt:lpstr>私人小客车发展迅速</vt:lpstr>
    </vt:vector>
  </TitlesOfParts>
  <Company>bit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快速发展的私人小汽车</dc:title>
  <dc:creator>liu</dc:creator>
  <cp:lastModifiedBy>YlmF</cp:lastModifiedBy>
  <cp:revision>3</cp:revision>
  <dcterms:created xsi:type="dcterms:W3CDTF">2005-07-07T06:04:11Z</dcterms:created>
  <dcterms:modified xsi:type="dcterms:W3CDTF">2013-08-22T01:44:54Z</dcterms:modified>
</cp:coreProperties>
</file>