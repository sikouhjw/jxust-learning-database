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wav" ContentType="audio/wav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52701-E776-48BC-B327-73A20716465D}" type="datetimeFigureOut">
              <a:rPr lang="zh-CN" altLang="en-US" smtClean="0"/>
              <a:t>2015-3-30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1278EE-B9B0-43E9-90F0-48FC13771D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5966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顶峰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1278EE-B9B0-43E9-90F0-48FC13771D6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4516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2015-3-30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  <p:sndAc>
          <p:stSnd>
            <p:snd r:embed="rId1" name="applause.wav"/>
          </p:stSnd>
        </p:sndAc>
      </p:transition>
    </mc:Choice>
    <mc:Fallback>
      <p:transition spd="slow">
        <p:dissolve/>
        <p:sndAc>
          <p:stSnd>
            <p:snd r:embed="rId1" name="applause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2015-3-30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  <p:sndAc>
          <p:stSnd>
            <p:snd r:embed="rId1" name="applause.wav"/>
          </p:stSnd>
        </p:sndAc>
      </p:transition>
    </mc:Choice>
    <mc:Fallback>
      <p:transition spd="slow">
        <p:dissolve/>
        <p:sndAc>
          <p:stSnd>
            <p:snd r:embed="rId1" name="applause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2015-3-30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  <p:sndAc>
          <p:stSnd>
            <p:snd r:embed="rId1" name="applause.wav"/>
          </p:stSnd>
        </p:sndAc>
      </p:transition>
    </mc:Choice>
    <mc:Fallback>
      <p:transition spd="slow">
        <p:dissolve/>
        <p:sndAc>
          <p:stSnd>
            <p:snd r:embed="rId1" name="applause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2015-3-30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  <p:sndAc>
          <p:stSnd>
            <p:snd r:embed="rId1" name="applause.wav"/>
          </p:stSnd>
        </p:sndAc>
      </p:transition>
    </mc:Choice>
    <mc:Fallback>
      <p:transition spd="slow">
        <p:dissolve/>
        <p:sndAc>
          <p:stSnd>
            <p:snd r:embed="rId1" name="applause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2015-3-30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  <p:sndAc>
          <p:stSnd>
            <p:snd r:embed="rId1" name="applause.wav"/>
          </p:stSnd>
        </p:sndAc>
      </p:transition>
    </mc:Choice>
    <mc:Fallback>
      <p:transition spd="slow">
        <p:dissolve/>
        <p:sndAc>
          <p:stSnd>
            <p:snd r:embed="rId1" name="applause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2015-3-30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  <p:sndAc>
          <p:stSnd>
            <p:snd r:embed="rId1" name="applause.wav"/>
          </p:stSnd>
        </p:sndAc>
      </p:transition>
    </mc:Choice>
    <mc:Fallback>
      <p:transition spd="slow">
        <p:dissolve/>
        <p:sndAc>
          <p:stSnd>
            <p:snd r:embed="rId1" name="applause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2015-3-30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  <p:sndAc>
          <p:stSnd>
            <p:snd r:embed="rId1" name="applause.wav"/>
          </p:stSnd>
        </p:sndAc>
      </p:transition>
    </mc:Choice>
    <mc:Fallback>
      <p:transition spd="slow">
        <p:dissolve/>
        <p:sndAc>
          <p:stSnd>
            <p:snd r:embed="rId1" name="applause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2015-3-30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  <p:sndAc>
          <p:stSnd>
            <p:snd r:embed="rId1" name="applause.wav"/>
          </p:stSnd>
        </p:sndAc>
      </p:transition>
    </mc:Choice>
    <mc:Fallback>
      <p:transition spd="slow">
        <p:dissolve/>
        <p:sndAc>
          <p:stSnd>
            <p:snd r:embed="rId1" name="applause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zh-CN" alt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单击图标添加图片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2015-3-30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  <p:sndAc>
          <p:stSnd>
            <p:snd r:embed="rId1" name="applause.wav"/>
          </p:stSnd>
        </p:sndAc>
      </p:transition>
    </mc:Choice>
    <mc:Fallback>
      <p:transition spd="slow">
        <p:dissolve/>
        <p:sndAc>
          <p:stSnd>
            <p:snd r:embed="rId1" name="applause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2015-3-30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  <p:sndAc>
          <p:stSnd>
            <p:snd r:embed="rId1" name="applause.wav"/>
          </p:stSnd>
        </p:sndAc>
      </p:transition>
    </mc:Choice>
    <mc:Fallback>
      <p:transition spd="slow">
        <p:dissolve/>
        <p:sndAc>
          <p:stSnd>
            <p:snd r:embed="rId1" name="applause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2015-3-30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  <p:sndAc>
          <p:stSnd>
            <p:snd r:embed="rId1" name="applause.wav"/>
          </p:stSnd>
        </p:sndAc>
      </p:transition>
    </mc:Choice>
    <mc:Fallback>
      <p:transition spd="slow">
        <p:dissolve/>
        <p:sndAc>
          <p:stSnd>
            <p:snd r:embed="rId1" name="applause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2015-3-30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>
    <mc:Choice xmlns:p14="http://schemas.microsoft.com/office/powerpoint/2010/main" Requires="p14">
      <p:transition spd="slow" p14:dur="1200">
        <p:dissolve/>
        <p:sndAc>
          <p:stSnd>
            <p:snd r:embed="rId13" name="applause.wav"/>
          </p:stSnd>
        </p:sndAc>
      </p:transition>
    </mc:Choice>
    <mc:Fallback>
      <p:transition spd="slow">
        <p:dissolve/>
        <p:sndAc>
          <p:stSnd>
            <p:snd r:embed="rId13" name="applause.wav"/>
          </p:stSnd>
        </p:sndAc>
      </p:transition>
    </mc:Fallback>
  </mc:AlternateConten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>
                <a:solidFill>
                  <a:srgbClr val="FFC000"/>
                </a:solidFill>
                <a:latin typeface="黑体" pitchFamily="2" charset="-122"/>
                <a:ea typeface="黑体" pitchFamily="2" charset="-122"/>
              </a:rPr>
              <a:t>再见，</a:t>
            </a:r>
            <a:r>
              <a:rPr lang="en-US" altLang="zh-CN" sz="3600" dirty="0">
                <a:solidFill>
                  <a:srgbClr val="FFC000"/>
                </a:solidFill>
                <a:latin typeface="黑体" pitchFamily="2" charset="-122"/>
                <a:ea typeface="黑体" pitchFamily="2" charset="-122"/>
              </a:rPr>
              <a:t>2014</a:t>
            </a:r>
            <a:endParaRPr lang="zh-CN" altLang="en-US" sz="3600" dirty="0">
              <a:solidFill>
                <a:srgbClr val="FFC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>
                <a:latin typeface="华文隶书" pitchFamily="2" charset="-122"/>
                <a:ea typeface="华文隶书" pitchFamily="2" charset="-122"/>
                <a:cs typeface="Calibri" pitchFamily="34" charset="0"/>
              </a:rPr>
              <a:t>2014-12-31</a:t>
            </a:r>
            <a:endParaRPr lang="zh-CN" altLang="en-US" dirty="0">
              <a:latin typeface="华文隶书" pitchFamily="2" charset="-122"/>
              <a:ea typeface="华文隶书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45667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  <p:sndAc>
          <p:stSnd>
            <p:snd r:embed="rId3" name="applause.wav"/>
          </p:stSnd>
        </p:sndAc>
      </p:transition>
    </mc:Choice>
    <mc:Fallback>
      <p:transition spd="slow">
        <p:dissolve/>
        <p:sndAc>
          <p:stSnd>
            <p:snd r:embed="rId3" name="applaus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hlinkClick r:id="" action="ppaction://hlinkshowjump?jump=previousslide"/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600" y="1602000"/>
            <a:ext cx="7200000" cy="4320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21802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  <p:sndAc>
          <p:stSnd>
            <p:snd r:embed="rId2" name="applause.wav"/>
          </p:stSnd>
        </p:sndAc>
      </p:transition>
    </mc:Choice>
    <mc:Fallback>
      <p:transition spd="slow">
        <p:dissolve/>
        <p:sndAc>
          <p:stSnd>
            <p:snd r:embed="rId2" name="applause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顶峰">
  <a:themeElements>
    <a:clrScheme name="顶峰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顶峰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顶峰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13</TotalTime>
  <Words>6</Words>
  <Application>Microsoft Office PowerPoint</Application>
  <PresentationFormat>全屏显示(4:3)</PresentationFormat>
  <Paragraphs>4</Paragraphs>
  <Slides>2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顶峰</vt:lpstr>
      <vt:lpstr>再见，2014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Wuy</cp:lastModifiedBy>
  <cp:revision>3</cp:revision>
  <dcterms:created xsi:type="dcterms:W3CDTF">2015-03-23T01:59:19Z</dcterms:created>
  <dcterms:modified xsi:type="dcterms:W3CDTF">2015-03-30T09:32:40Z</dcterms:modified>
</cp:coreProperties>
</file>