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20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2015/3/23 Monday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2015/3/23 Monday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2015/3/23 Monday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2015/3/23 Monday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2015/3/23 Monday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2015/3/23 Monday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2015/3/23 Monday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2015/3/23 Monday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2015/3/23 Monday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2015/3/23 Monday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2015/3/23 Monday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2015/3/23 Monday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56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1</cp:revision>
  <dcterms:created xsi:type="dcterms:W3CDTF">2015-03-23T01:59:19Z</dcterms:created>
  <dcterms:modified xsi:type="dcterms:W3CDTF">2015-03-23T02:50:28Z</dcterms:modified>
</cp:coreProperties>
</file>