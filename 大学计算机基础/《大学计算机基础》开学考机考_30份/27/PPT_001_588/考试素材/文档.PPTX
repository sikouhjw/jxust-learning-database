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52" d="100"/>
          <a:sy n="52" d="100"/>
        </p:scale>
        <p:origin x="-84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8AF627-A679-4E54-BCFE-B1C9239069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338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437E8-B9AD-4DC6-B008-084152F7D0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9873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536A3F-CA59-45A5-B3D4-C005751195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82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147923-975E-4131-93E4-5B2D356976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488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2F0E89-7368-4F8C-AAAA-BD0C193A39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7939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DF67FE-5468-465B-9528-590CA579B5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5060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770803-ED62-411A-9BC7-20F4D8A3BC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56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164DE1-1FCD-481F-9B9D-14CFC4C081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6553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3F3E31-1CD5-4D0D-855E-7A87960E9F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018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8437D8-1CB6-4D6D-A87D-55A7626037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899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C7BF4-F83B-4573-8277-2A80BB0735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202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FCEDC03-FD6C-444D-8871-F2361691B7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1205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31D6E18-DF73-4533-A651-3E1EEB689D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6405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6073053-366B-4169-8B80-B5E3D09757A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endParaRPr lang="zh-CN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>
              <a:solidFill>
                <a:srgbClr val="05006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第九大行星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身份质疑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第十大行星的地位不能被认可，那么对冥王星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第九大行星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身份的质疑也就不会停止。它的直径只有</a:t>
            </a:r>
            <a:r>
              <a:rPr lang="en-US" altLang="zh-CN" sz="2400">
                <a:solidFill>
                  <a:srgbClr val="000000"/>
                </a:solidFill>
              </a:rPr>
              <a:t>2360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公里，比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小了将近三分之一。如果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被拒，那么按照科学的统一标准，冥王星也理应被扫地出门才算公平。</a:t>
            </a:r>
            <a:r>
              <a:rPr lang="zh-CN" altLang="en-US" sz="2400"/>
              <a:t> </a:t>
            </a:r>
          </a:p>
        </p:txBody>
      </p:sp>
      <p:pic>
        <p:nvPicPr>
          <p:cNvPr id="5" name="Picture 7" descr="D:\Documents and Settings\Administrator.LIU-ZAE2B0JV3F0\My Documents\My Pictures\太阳系.bmp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308503"/>
            <a:ext cx="3810000" cy="146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924800" cy="1143000"/>
          </a:xfrm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美科学家反对开除冥王星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户籍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美国科学家对任何试图开除冥王星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户籍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的提议都表示强烈反对。英国天文学教授布赖恩</a:t>
            </a:r>
            <a:r>
              <a:rPr lang="en-US" altLang="zh-CN" sz="2400">
                <a:solidFill>
                  <a:srgbClr val="000000"/>
                </a:solidFill>
              </a:rPr>
              <a:t>·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马斯登说，他在</a:t>
            </a:r>
            <a:r>
              <a:rPr lang="en-US" altLang="zh-CN" sz="2400">
                <a:solidFill>
                  <a:srgbClr val="000000"/>
                </a:solidFill>
              </a:rPr>
              <a:t>1980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年的一次会议上提议把冥王星降级为小行星，结果与会的美国天文学家们居然威胁要把他扔到宾馆的游泳池里。</a:t>
            </a:r>
            <a:r>
              <a:rPr lang="zh-CN" altLang="en-US" sz="2400"/>
              <a:t> 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clipArt" sz="half" idx="2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124</Words>
  <Application>Microsoft Office PowerPoint</Application>
  <PresentationFormat>全屏显示(4:3)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默认设计模板</vt:lpstr>
      <vt:lpstr>PowerPoint 演示文稿</vt:lpstr>
      <vt:lpstr>冥王星“第九大行星”身份质疑</vt:lpstr>
      <vt:lpstr>美科学家反对开除冥王星“户籍”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YlmF</cp:lastModifiedBy>
  <cp:revision>7</cp:revision>
  <dcterms:created xsi:type="dcterms:W3CDTF">2005-07-15T01:16:47Z</dcterms:created>
  <dcterms:modified xsi:type="dcterms:W3CDTF">2013-08-22T08:31:58Z</dcterms:modified>
</cp:coreProperties>
</file>