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93F6D6-CD89-47C7-B35F-E0D928D011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867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6508E9-76A7-4F62-832D-4D93989BD1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2761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C6FA8B-03A7-42DD-9161-605A629AE9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623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FAD848-4EAE-4C6C-98CF-8869705DF6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672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8B7253-B2C3-463C-8E29-B93FAD738ED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47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09FA33-C5C2-4C0F-9F0E-5452C91D95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557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D93AB0-F392-45B0-BC30-3D5A330021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74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304BE1-2042-42E5-8927-02311C9316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007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A3EA8-E810-41FD-A751-0C6C8CAE96F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842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BFC7B6-9F1A-4B57-8B10-4B350BCC3D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851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410520-BA51-40EB-B761-41C824B0F0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801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CEAE645-2263-44FC-B038-9574004A688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219200"/>
            <a:ext cx="7772400" cy="1470025"/>
          </a:xfrm>
        </p:spPr>
        <p:txBody>
          <a:bodyPr/>
          <a:lstStyle/>
          <a:p>
            <a:r>
              <a:rPr lang="zh-CN" altLang="en-US"/>
              <a:t>夫子庙</a:t>
            </a:r>
          </a:p>
        </p:txBody>
      </p:sp>
      <p:pic>
        <p:nvPicPr>
          <p:cNvPr id="4100" name="Picture 4" descr="pptp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743200"/>
            <a:ext cx="4038600" cy="270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夫子庙秦淮风光带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夫子庙秦淮风光带位于南京城南，指的是以夫子庙建筑为中心，秦淮河为纽带，东起东水关淮青桥秦淮水亭，越过文德桥，直到中华门城堡延伸至西水关的内秦淮河地带，包括秦淮河两岸的街巷、民居、附近的古迹和风景点，是南京最繁华的地方。 </a:t>
            </a:r>
          </a:p>
          <a:p>
            <a:r>
              <a:rPr lang="en-US" altLang="zh-CN" sz="2800"/>
              <a:t>1990</a:t>
            </a:r>
            <a:r>
              <a:rPr lang="zh-CN" altLang="en-US" sz="2800"/>
              <a:t>年秦淮风光带入选为中国旅游胜地四十佳之列，</a:t>
            </a:r>
            <a:r>
              <a:rPr lang="en-US" altLang="zh-CN" sz="2800"/>
              <a:t>2000</a:t>
            </a:r>
            <a:r>
              <a:rPr lang="zh-CN" altLang="en-US" sz="2800"/>
              <a:t>年被评为国家第一批</a:t>
            </a:r>
            <a:r>
              <a:rPr lang="en-US" altLang="zh-CN" sz="2800"/>
              <a:t>4A</a:t>
            </a:r>
            <a:r>
              <a:rPr lang="zh-CN" altLang="en-US" sz="2800"/>
              <a:t>级景区。现在夫子庙为南京市唯一一座开放式</a:t>
            </a:r>
            <a:r>
              <a:rPr lang="en-US" altLang="zh-CN" sz="2800"/>
              <a:t>5A</a:t>
            </a:r>
            <a:r>
              <a:rPr lang="zh-CN" altLang="en-US" sz="2800"/>
              <a:t>级景区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夫子庙概述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夫子庙即孔庙，原来是供奉和祭祀孔子的地方。夫子庙始建于宋，夫子庙位于秦淮河北岸的贡院街旁。夫子庙以庙前的秦淮河为泮池，南岸的石砖墙为照壁，全长</a:t>
            </a:r>
            <a:r>
              <a:rPr lang="en-US" altLang="zh-CN"/>
              <a:t>110</a:t>
            </a:r>
            <a:r>
              <a:rPr lang="zh-CN" altLang="en-US"/>
              <a:t>米，高</a:t>
            </a:r>
            <a:r>
              <a:rPr lang="en-US" altLang="zh-CN"/>
              <a:t>20</a:t>
            </a:r>
            <a:r>
              <a:rPr lang="zh-CN" altLang="en-US"/>
              <a:t>米，是全国照壁之最。北岸庙前有聚星亭、思乐亭；中轴线上建有棂星门、大成门、大成殿、明德堂、尊经阁等建筑；另外庙东还有魁星阁。</a:t>
            </a:r>
          </a:p>
          <a:p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主要建筑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/>
              <a:t>学宫位于大成殿后街北，原有“东南第一学”门坊，包括明德堂、尊经阁、青云楼、崇圣祠等古建筑。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位于学宫东侧的“贡院”，始建于宋乾道四年（公元</a:t>
            </a:r>
            <a:r>
              <a:rPr lang="en-US" altLang="zh-CN" sz="2800"/>
              <a:t>1168</a:t>
            </a:r>
            <a:r>
              <a:rPr lang="zh-CN" altLang="en-US" sz="2800"/>
              <a:t>年）。明太祖朱元璋建都金陵，集乡试、会试于此。永乐十九年（公元</a:t>
            </a:r>
            <a:r>
              <a:rPr lang="en-US" altLang="zh-CN" sz="2800"/>
              <a:t>1421</a:t>
            </a:r>
            <a:r>
              <a:rPr lang="zh-CN" altLang="en-US" sz="2800"/>
              <a:t>年）成祖迁都北京，但此地仍为江南乡试所在地，清承明制，一如其旧，每次考试可容纳</a:t>
            </a:r>
            <a:r>
              <a:rPr lang="en-US" altLang="zh-CN" sz="2800"/>
              <a:t>2</a:t>
            </a:r>
            <a:r>
              <a:rPr lang="zh-CN" altLang="en-US" sz="2800"/>
              <a:t>万多人。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乌衣巷位于夫子庙西南数十米，是一条幽静狭小的巷子，原为东晋名相王导、谢安的宅院所在地。旧时王谢子弟喜穿黑色衣服，因而得名。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365</Words>
  <Application>Microsoft Office PowerPoint</Application>
  <PresentationFormat>全屏显示(4:3)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宋体</vt:lpstr>
      <vt:lpstr>默认设计模板</vt:lpstr>
      <vt:lpstr>夫子庙</vt:lpstr>
      <vt:lpstr>夫子庙秦淮风光带</vt:lpstr>
      <vt:lpstr>夫子庙概述</vt:lpstr>
      <vt:lpstr>主要建筑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Shijch</cp:lastModifiedBy>
  <cp:revision>4</cp:revision>
  <cp:lastPrinted>1601-01-01T00:00:00Z</cp:lastPrinted>
  <dcterms:created xsi:type="dcterms:W3CDTF">1601-01-01T00:00:00Z</dcterms:created>
  <dcterms:modified xsi:type="dcterms:W3CDTF">2012-11-15T06:20:25Z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