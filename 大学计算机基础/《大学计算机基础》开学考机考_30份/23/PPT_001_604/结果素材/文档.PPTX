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56" r:id="rId3"/>
    <p:sldId id="257" r:id="rId4"/>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53" d="100"/>
          <a:sy n="53" d="100"/>
        </p:scale>
        <p:origin x="-14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8" name="Picture 7" descr="sphere1.png"/>
          <p:cNvPicPr>
            <a:picLocks noChangeAspect="1"/>
          </p:cNvPicPr>
          <p:nvPr/>
        </p:nvPicPr>
        <p:blipFill>
          <a:blip r:embed="rId2" cstate="print"/>
          <a:stretch>
            <a:fillRect/>
          </a:stretch>
        </p:blipFill>
        <p:spPr>
          <a:xfrm>
            <a:off x="6850374" y="0"/>
            <a:ext cx="2293626" cy="6858000"/>
          </a:xfrm>
          <a:prstGeom prst="rect">
            <a:avLst/>
          </a:prstGeom>
        </p:spPr>
      </p:pic>
      <p:sp>
        <p:nvSpPr>
          <p:cNvPr id="3" name="Subtitle 2"/>
          <p:cNvSpPr>
            <a:spLocks noGrp="1"/>
          </p:cNvSpPr>
          <p:nvPr>
            <p:ph type="subTitle" idx="1"/>
          </p:nvPr>
        </p:nvSpPr>
        <p:spPr>
          <a:xfrm>
            <a:off x="2438400" y="3581400"/>
            <a:ext cx="3962400" cy="2133600"/>
          </a:xfrm>
        </p:spPr>
        <p:txBody>
          <a:bodyPr anchor="t">
            <a:normAutofit/>
          </a:bodyPr>
          <a:lstStyle>
            <a:lvl1pPr marL="0" indent="0" algn="r">
              <a:buNone/>
              <a:defRPr sz="1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16" name="Title 15"/>
          <p:cNvSpPr>
            <a:spLocks noGrp="1"/>
          </p:cNvSpPr>
          <p:nvPr>
            <p:ph type="title"/>
          </p:nvPr>
        </p:nvSpPr>
        <p:spPr>
          <a:xfrm>
            <a:off x="2438400" y="1447800"/>
            <a:ext cx="3962400" cy="2133600"/>
          </a:xfrm>
        </p:spPr>
        <p:txBody>
          <a:bodyPr anchor="b"/>
          <a:lstStyle/>
          <a:p>
            <a:r>
              <a:rPr lang="zh-CN" altLang="en-US" smtClean="0"/>
              <a:t>单击此处编辑母版标题样式</a:t>
            </a:r>
            <a:endParaRPr lang="en-US" dirty="0"/>
          </a:p>
        </p:txBody>
      </p:sp>
      <p:sp>
        <p:nvSpPr>
          <p:cNvPr id="13" name="Date Placeholder 12"/>
          <p:cNvSpPr>
            <a:spLocks noGrp="1"/>
          </p:cNvSpPr>
          <p:nvPr>
            <p:ph type="dt" sz="half" idx="10"/>
          </p:nvPr>
        </p:nvSpPr>
        <p:spPr>
          <a:xfrm>
            <a:off x="3582988" y="6426201"/>
            <a:ext cx="2819399" cy="126999"/>
          </a:xfrm>
        </p:spPr>
        <p:txBody>
          <a:bodyPr/>
          <a:lstStyle/>
          <a:p>
            <a:endParaRPr lang="en-US" altLang="zh-CN"/>
          </a:p>
        </p:txBody>
      </p:sp>
      <p:sp>
        <p:nvSpPr>
          <p:cNvPr id="14" name="Slide Number Placeholder 13"/>
          <p:cNvSpPr>
            <a:spLocks noGrp="1"/>
          </p:cNvSpPr>
          <p:nvPr>
            <p:ph type="sldNum" sz="quarter" idx="11"/>
          </p:nvPr>
        </p:nvSpPr>
        <p:spPr>
          <a:xfrm>
            <a:off x="6414976" y="6400800"/>
            <a:ext cx="457200" cy="152400"/>
          </a:xfrm>
        </p:spPr>
        <p:txBody>
          <a:bodyPr/>
          <a:lstStyle>
            <a:lvl1pPr algn="r">
              <a:defRPr/>
            </a:lvl1pPr>
          </a:lstStyle>
          <a:p>
            <a:fld id="{C35DC261-1161-402A-A2EC-860204352B99}" type="slidenum">
              <a:rPr lang="en-US" altLang="zh-CN" smtClean="0"/>
              <a:pPr/>
              <a:t>‹#›</a:t>
            </a:fld>
            <a:endParaRPr lang="en-US" altLang="zh-CN"/>
          </a:p>
        </p:txBody>
      </p:sp>
      <p:sp>
        <p:nvSpPr>
          <p:cNvPr id="15" name="Footer Placeholder 14"/>
          <p:cNvSpPr>
            <a:spLocks noGrp="1"/>
          </p:cNvSpPr>
          <p:nvPr>
            <p:ph type="ftr" sz="quarter" idx="12"/>
          </p:nvPr>
        </p:nvSpPr>
        <p:spPr>
          <a:xfrm>
            <a:off x="3581400" y="6296248"/>
            <a:ext cx="2820987" cy="152400"/>
          </a:xfrm>
        </p:spPr>
        <p:txBody>
          <a:bodyPr/>
          <a:lstStyle/>
          <a:p>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3657600" cy="5714999"/>
          </a:xfrm>
        </p:spPr>
        <p:txBody>
          <a:bodyPr/>
          <a:lstStyle>
            <a:lvl5pPr>
              <a:defRPr/>
            </a:lvl5pPr>
            <a:lvl6pPr>
              <a:defRPr/>
            </a:lvl6pPr>
            <a:lvl7pPr>
              <a:defRPr/>
            </a:lvl7pPr>
            <a:lvl8pPr>
              <a:defRPr/>
            </a:lvl8pPr>
            <a:lvl9pPr>
              <a:defRPr/>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6" name="Title 15"/>
          <p:cNvSpPr>
            <a:spLocks noGrp="1"/>
          </p:cNvSpPr>
          <p:nvPr>
            <p:ph type="title"/>
          </p:nvPr>
        </p:nvSpPr>
        <p:spPr/>
        <p:txBody>
          <a:bodyPr/>
          <a:lstStyle/>
          <a:p>
            <a:r>
              <a:rPr lang="zh-CN" altLang="en-US" smtClean="0"/>
              <a:t>单击此处编辑母版标题样式</a:t>
            </a:r>
            <a:endParaRPr lang="en-US"/>
          </a:p>
        </p:txBody>
      </p:sp>
      <p:sp>
        <p:nvSpPr>
          <p:cNvPr id="10" name="Date Placeholder 9"/>
          <p:cNvSpPr>
            <a:spLocks noGrp="1"/>
          </p:cNvSpPr>
          <p:nvPr>
            <p:ph type="dt" sz="half" idx="10"/>
          </p:nvPr>
        </p:nvSpPr>
        <p:spPr/>
        <p:txBody>
          <a:bodyPr/>
          <a:lstStyle/>
          <a:p>
            <a:endParaRPr lang="en-US" altLang="zh-CN"/>
          </a:p>
        </p:txBody>
      </p:sp>
      <p:sp>
        <p:nvSpPr>
          <p:cNvPr id="11" name="Slide Number Placeholder 10"/>
          <p:cNvSpPr>
            <a:spLocks noGrp="1"/>
          </p:cNvSpPr>
          <p:nvPr>
            <p:ph type="sldNum" sz="quarter" idx="11"/>
          </p:nvPr>
        </p:nvSpPr>
        <p:spPr/>
        <p:txBody>
          <a:bodyPr/>
          <a:lstStyle/>
          <a:p>
            <a:fld id="{38B47544-2ADA-452B-B8F4-BA132A630F43}" type="slidenum">
              <a:rPr lang="en-US" altLang="zh-CN" smtClean="0"/>
              <a:pPr/>
              <a:t>‹#›</a:t>
            </a:fld>
            <a:endParaRPr lang="en-US" altLang="zh-CN"/>
          </a:p>
        </p:txBody>
      </p:sp>
      <p:sp>
        <p:nvSpPr>
          <p:cNvPr id="12" name="Footer Placeholder 11"/>
          <p:cNvSpPr>
            <a:spLocks noGrp="1"/>
          </p:cNvSpPr>
          <p:nvPr>
            <p:ph type="ftr" sz="quarter" idx="12"/>
          </p:nvPr>
        </p:nvSpPr>
        <p:spPr/>
        <p:txBody>
          <a:bodyPr/>
          <a:lstStyle/>
          <a:p>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pic>
        <p:nvPicPr>
          <p:cNvPr id="7" name="Picture 6" descr="sphere1.png"/>
          <p:cNvPicPr>
            <a:picLocks noChangeAspect="1"/>
          </p:cNvPicPr>
          <p:nvPr/>
        </p:nvPicPr>
        <p:blipFill>
          <a:blip r:embed="rId2" cstate="print"/>
          <a:stretch>
            <a:fillRect/>
          </a:stretch>
        </p:blipFill>
        <p:spPr>
          <a:xfrm>
            <a:off x="6858000" y="0"/>
            <a:ext cx="2293626" cy="6858000"/>
          </a:xfrm>
          <a:prstGeom prst="rect">
            <a:avLst/>
          </a:prstGeom>
        </p:spPr>
      </p:pic>
      <p:sp>
        <p:nvSpPr>
          <p:cNvPr id="12" name="Date Placeholder 11"/>
          <p:cNvSpPr>
            <a:spLocks noGrp="1"/>
          </p:cNvSpPr>
          <p:nvPr>
            <p:ph type="dt" sz="half" idx="10"/>
          </p:nvPr>
        </p:nvSpPr>
        <p:spPr>
          <a:xfrm>
            <a:off x="839788" y="6426201"/>
            <a:ext cx="2819399" cy="126999"/>
          </a:xfrm>
        </p:spPr>
        <p:txBody>
          <a:bodyPr/>
          <a:lstStyle/>
          <a:p>
            <a:endParaRPr lang="en-US" altLang="zh-CN"/>
          </a:p>
        </p:txBody>
      </p:sp>
      <p:sp>
        <p:nvSpPr>
          <p:cNvPr id="13" name="Slide Number Placeholder 12"/>
          <p:cNvSpPr>
            <a:spLocks noGrp="1"/>
          </p:cNvSpPr>
          <p:nvPr>
            <p:ph type="sldNum" sz="quarter" idx="11"/>
          </p:nvPr>
        </p:nvSpPr>
        <p:spPr>
          <a:xfrm>
            <a:off x="4116388" y="6400800"/>
            <a:ext cx="533400" cy="152400"/>
          </a:xfrm>
        </p:spPr>
        <p:txBody>
          <a:bodyPr/>
          <a:lstStyle/>
          <a:p>
            <a:fld id="{67FFB9C4-DBFF-4D17-8052-CDA90827DC4F}" type="slidenum">
              <a:rPr lang="en-US" altLang="zh-CN" smtClean="0"/>
              <a:pPr/>
              <a:t>‹#›</a:t>
            </a:fld>
            <a:endParaRPr lang="en-US" altLang="zh-CN"/>
          </a:p>
        </p:txBody>
      </p:sp>
      <p:sp>
        <p:nvSpPr>
          <p:cNvPr id="14" name="Footer Placeholder 13"/>
          <p:cNvSpPr>
            <a:spLocks noGrp="1"/>
          </p:cNvSpPr>
          <p:nvPr>
            <p:ph type="ftr" sz="quarter" idx="12"/>
          </p:nvPr>
        </p:nvSpPr>
        <p:spPr>
          <a:xfrm>
            <a:off x="838200" y="6296248"/>
            <a:ext cx="2820987" cy="152400"/>
          </a:xfrm>
        </p:spPr>
        <p:txBody>
          <a:bodyPr/>
          <a:lstStyle/>
          <a:p>
            <a:endParaRPr lang="en-US" altLang="zh-CN"/>
          </a:p>
        </p:txBody>
      </p:sp>
      <p:sp>
        <p:nvSpPr>
          <p:cNvPr id="15" name="Title 14"/>
          <p:cNvSpPr>
            <a:spLocks noGrp="1"/>
          </p:cNvSpPr>
          <p:nvPr>
            <p:ph type="title"/>
          </p:nvPr>
        </p:nvSpPr>
        <p:spPr>
          <a:xfrm>
            <a:off x="457200" y="1828800"/>
            <a:ext cx="3200400" cy="1752600"/>
          </a:xfrm>
        </p:spPr>
        <p:txBody>
          <a:bodyPr anchor="b"/>
          <a:lstStyle/>
          <a:p>
            <a:r>
              <a:rPr lang="zh-CN" altLang="en-US" smtClean="0"/>
              <a:t>单击此处编辑母版标题样式</a:t>
            </a:r>
            <a:endParaRPr lang="en-US"/>
          </a:p>
        </p:txBody>
      </p:sp>
      <p:sp>
        <p:nvSpPr>
          <p:cNvPr id="3" name="Text Placeholder 2"/>
          <p:cNvSpPr>
            <a:spLocks noGrp="1"/>
          </p:cNvSpPr>
          <p:nvPr>
            <p:ph type="body" sz="quarter" idx="13"/>
          </p:nvPr>
        </p:nvSpPr>
        <p:spPr>
          <a:xfrm>
            <a:off x="457200" y="3578224"/>
            <a:ext cx="3200645" cy="1459767"/>
          </a:xfrm>
        </p:spPr>
        <p:txBody>
          <a:bodyPr anchor="t">
            <a:normAutofit/>
          </a:bodyPr>
          <a:lstStyle>
            <a:lvl1pPr marL="0" indent="0" algn="r" defTabSz="914400" rtl="0" eaLnBrk="1" latinLnBrk="0" hangingPunct="1">
              <a:spcBef>
                <a:spcPct val="20000"/>
              </a:spcBef>
              <a:buClr>
                <a:schemeClr val="tx1">
                  <a:lumMod val="50000"/>
                  <a:lumOff val="50000"/>
                </a:schemeClr>
              </a:buClr>
              <a:buFont typeface="Wingdings" pitchFamily="2" charset="2"/>
              <a:buNone/>
              <a:defRPr lang="en-US" sz="1400" kern="1200" dirty="0" smtClean="0">
                <a:solidFill>
                  <a:schemeClr val="tx2"/>
                </a:solidFill>
                <a:latin typeface="+mn-lt"/>
                <a:ea typeface="+mn-ea"/>
                <a:cs typeface="+mn-cs"/>
              </a:defRPr>
            </a:lvl1pPr>
          </a:lstStyle>
          <a:p>
            <a:pPr lvl="0"/>
            <a:r>
              <a:rPr lang="zh-CN" altLang="en-US" smtClean="0"/>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34290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57200" y="4572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1" name="Title 1"/>
          <p:cNvSpPr>
            <a:spLocks noGrp="1"/>
          </p:cNvSpPr>
          <p:nvPr>
            <p:ph type="title"/>
          </p:nvPr>
        </p:nvSpPr>
        <p:spPr>
          <a:xfrm>
            <a:off x="4876800" y="457200"/>
            <a:ext cx="2819400" cy="5714999"/>
          </a:xfrm>
        </p:spPr>
        <p:txBody>
          <a:bodyPr/>
          <a:lstStyle/>
          <a:p>
            <a:r>
              <a:rPr lang="zh-CN" altLang="en-US" smtClean="0"/>
              <a:t>单击此处编辑母版标题样式</a:t>
            </a:r>
            <a:endParaRPr lang="en-US"/>
          </a:p>
        </p:txBody>
      </p:sp>
      <p:sp>
        <p:nvSpPr>
          <p:cNvPr id="9" name="Date Placeholder 8"/>
          <p:cNvSpPr>
            <a:spLocks noGrp="1"/>
          </p:cNvSpPr>
          <p:nvPr>
            <p:ph type="dt" sz="half" idx="10"/>
          </p:nvPr>
        </p:nvSpPr>
        <p:spPr/>
        <p:txBody>
          <a:bodyPr/>
          <a:lstStyle/>
          <a:p>
            <a:endParaRPr lang="en-US" altLang="zh-CN"/>
          </a:p>
        </p:txBody>
      </p:sp>
      <p:sp>
        <p:nvSpPr>
          <p:cNvPr id="13" name="Slide Number Placeholder 12"/>
          <p:cNvSpPr>
            <a:spLocks noGrp="1"/>
          </p:cNvSpPr>
          <p:nvPr>
            <p:ph type="sldNum" sz="quarter" idx="11"/>
          </p:nvPr>
        </p:nvSpPr>
        <p:spPr/>
        <p:txBody>
          <a:bodyPr/>
          <a:lstStyle/>
          <a:p>
            <a:fld id="{C298A121-AD14-4AB2-9482-EE3DE9A855E5}" type="slidenum">
              <a:rPr lang="en-US" altLang="zh-CN" smtClean="0"/>
              <a:pPr/>
              <a:t>‹#›</a:t>
            </a:fld>
            <a:endParaRPr lang="en-US" altLang="zh-CN"/>
          </a:p>
        </p:txBody>
      </p:sp>
      <p:sp>
        <p:nvSpPr>
          <p:cNvPr id="14" name="Footer Placeholder 13"/>
          <p:cNvSpPr>
            <a:spLocks noGrp="1"/>
          </p:cNvSpPr>
          <p:nvPr>
            <p:ph type="ftr" sz="quarter" idx="12"/>
          </p:nvPr>
        </p:nvSpPr>
        <p:spPr/>
        <p:txBody>
          <a:bodyPr/>
          <a:lstStyle/>
          <a:p>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275238"/>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457200" y="675288"/>
            <a:ext cx="3581400" cy="2525112"/>
          </a:xfrm>
        </p:spPr>
        <p:txBody>
          <a:bodyPr anchor="t">
            <a:normAutofit/>
          </a:bodyPr>
          <a:lstStyle>
            <a:lvl1pPr marL="228600" indent="-182880">
              <a:defRPr sz="1400"/>
            </a:lvl1pPr>
            <a:lvl2pPr>
              <a:defRPr sz="1400"/>
            </a:lvl2pPr>
            <a:lvl3pPr>
              <a:defRPr sz="1400"/>
            </a:lvl3pPr>
            <a:lvl4pPr>
              <a:defRPr sz="1400" baseline="0"/>
            </a:lvl4pPr>
            <a:lvl5pPr>
              <a:buFont typeface="Wingdings" pitchFamily="2" charset="2"/>
              <a:buChar char="§"/>
              <a:defRPr sz="1400"/>
            </a:lvl5pPr>
            <a:lvl6pPr>
              <a:buFont typeface="Wingdings" pitchFamily="2" charset="2"/>
              <a:buChar char="§"/>
              <a:defRPr sz="1400"/>
            </a:lvl6pPr>
            <a:lvl7pPr>
              <a:defRPr sz="1400"/>
            </a:lvl7pPr>
            <a:lvl8pPr>
              <a:defRPr sz="1400"/>
            </a:lvl8pPr>
            <a:lvl9pPr>
              <a:defRPr sz="1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smtClean="0"/>
          </a:p>
        </p:txBody>
      </p:sp>
      <p:sp>
        <p:nvSpPr>
          <p:cNvPr id="5" name="Text Placeholder 4"/>
          <p:cNvSpPr>
            <a:spLocks noGrp="1"/>
          </p:cNvSpPr>
          <p:nvPr>
            <p:ph type="body" sz="quarter" idx="3"/>
          </p:nvPr>
        </p:nvSpPr>
        <p:spPr>
          <a:xfrm>
            <a:off x="457199" y="3429000"/>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57199" y="3840162"/>
            <a:ext cx="3581400" cy="2515198"/>
          </a:xfrm>
        </p:spPr>
        <p:txBody>
          <a:bodyPr anchor="t">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smtClean="0"/>
          </a:p>
        </p:txBody>
      </p:sp>
      <p:sp>
        <p:nvSpPr>
          <p:cNvPr id="11" name="Title 1"/>
          <p:cNvSpPr>
            <a:spLocks noGrp="1"/>
          </p:cNvSpPr>
          <p:nvPr>
            <p:ph type="title"/>
          </p:nvPr>
        </p:nvSpPr>
        <p:spPr>
          <a:xfrm>
            <a:off x="4876800" y="457200"/>
            <a:ext cx="2819400" cy="5714999"/>
          </a:xfrm>
        </p:spPr>
        <p:txBody>
          <a:bodyPr/>
          <a:lstStyle/>
          <a:p>
            <a:r>
              <a:rPr lang="zh-CN" altLang="en-US" smtClean="0"/>
              <a:t>单击此处编辑母版标题样式</a:t>
            </a:r>
            <a:endParaRPr lang="en-US"/>
          </a:p>
        </p:txBody>
      </p:sp>
      <p:sp>
        <p:nvSpPr>
          <p:cNvPr id="12" name="Date Placeholder 11"/>
          <p:cNvSpPr>
            <a:spLocks noGrp="1"/>
          </p:cNvSpPr>
          <p:nvPr>
            <p:ph type="dt" sz="half" idx="10"/>
          </p:nvPr>
        </p:nvSpPr>
        <p:spPr/>
        <p:txBody>
          <a:bodyPr/>
          <a:lstStyle/>
          <a:p>
            <a:endParaRPr lang="en-US" altLang="zh-CN"/>
          </a:p>
        </p:txBody>
      </p:sp>
      <p:sp>
        <p:nvSpPr>
          <p:cNvPr id="14" name="Slide Number Placeholder 13"/>
          <p:cNvSpPr>
            <a:spLocks noGrp="1"/>
          </p:cNvSpPr>
          <p:nvPr>
            <p:ph type="sldNum" sz="quarter" idx="11"/>
          </p:nvPr>
        </p:nvSpPr>
        <p:spPr/>
        <p:txBody>
          <a:bodyPr/>
          <a:lstStyle/>
          <a:p>
            <a:fld id="{D6AF4489-60BE-4FA4-936A-02C5CEE3C5D0}" type="slidenum">
              <a:rPr lang="en-US" altLang="zh-CN" smtClean="0"/>
              <a:pPr/>
              <a:t>‹#›</a:t>
            </a:fld>
            <a:endParaRPr lang="en-US" altLang="zh-CN"/>
          </a:p>
        </p:txBody>
      </p:sp>
      <p:sp>
        <p:nvSpPr>
          <p:cNvPr id="16" name="Footer Placeholder 15"/>
          <p:cNvSpPr>
            <a:spLocks noGrp="1"/>
          </p:cNvSpPr>
          <p:nvPr>
            <p:ph type="ftr" sz="quarter" idx="12"/>
          </p:nvPr>
        </p:nvSpPr>
        <p:spPr/>
        <p:txBody>
          <a:bodyPr/>
          <a:lstStyle/>
          <a:p>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3733800" y="457200"/>
            <a:ext cx="3962400" cy="5715000"/>
          </a:xfrm>
        </p:spPr>
        <p:txBody>
          <a:bodyPr/>
          <a:lstStyle/>
          <a:p>
            <a:r>
              <a:rPr lang="zh-CN" altLang="en-US" smtClean="0"/>
              <a:t>单击此处编辑母版标题样式</a:t>
            </a:r>
            <a:endParaRPr lang="en-US" dirty="0"/>
          </a:p>
        </p:txBody>
      </p:sp>
      <p:sp>
        <p:nvSpPr>
          <p:cNvPr id="9" name="Date Placeholder 8"/>
          <p:cNvSpPr>
            <a:spLocks noGrp="1"/>
          </p:cNvSpPr>
          <p:nvPr>
            <p:ph type="dt" sz="half" idx="10"/>
          </p:nvPr>
        </p:nvSpPr>
        <p:spPr/>
        <p:txBody>
          <a:bodyPr/>
          <a:lstStyle/>
          <a:p>
            <a:endParaRPr lang="en-US" altLang="zh-CN"/>
          </a:p>
        </p:txBody>
      </p:sp>
      <p:sp>
        <p:nvSpPr>
          <p:cNvPr id="10" name="Slide Number Placeholder 9"/>
          <p:cNvSpPr>
            <a:spLocks noGrp="1"/>
          </p:cNvSpPr>
          <p:nvPr>
            <p:ph type="sldNum" sz="quarter" idx="11"/>
          </p:nvPr>
        </p:nvSpPr>
        <p:spPr/>
        <p:txBody>
          <a:bodyPr/>
          <a:lstStyle/>
          <a:p>
            <a:fld id="{EBBCF6BA-9C97-4BDD-9411-D4634CE7DE97}" type="slidenum">
              <a:rPr lang="en-US" altLang="zh-CN" smtClean="0"/>
              <a:pPr/>
              <a:t>‹#›</a:t>
            </a:fld>
            <a:endParaRPr lang="en-US" altLang="zh-CN"/>
          </a:p>
        </p:txBody>
      </p:sp>
      <p:sp>
        <p:nvSpPr>
          <p:cNvPr id="11" name="Footer Placeholder 10"/>
          <p:cNvSpPr>
            <a:spLocks noGrp="1"/>
          </p:cNvSpPr>
          <p:nvPr>
            <p:ph type="ftr" sz="quarter" idx="12"/>
          </p:nvPr>
        </p:nvSpPr>
        <p:spPr/>
        <p:txBody>
          <a:bodyPr/>
          <a:lstStyle/>
          <a:p>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endParaRPr lang="en-US" altLang="zh-CN"/>
          </a:p>
        </p:txBody>
      </p:sp>
      <p:sp>
        <p:nvSpPr>
          <p:cNvPr id="9" name="Slide Number Placeholder 8"/>
          <p:cNvSpPr>
            <a:spLocks noGrp="1"/>
          </p:cNvSpPr>
          <p:nvPr>
            <p:ph type="sldNum" sz="quarter" idx="11"/>
          </p:nvPr>
        </p:nvSpPr>
        <p:spPr/>
        <p:txBody>
          <a:bodyPr/>
          <a:lstStyle/>
          <a:p>
            <a:fld id="{8D142A0E-B65B-4168-A56D-10FB78FFC358}" type="slidenum">
              <a:rPr lang="en-US" altLang="zh-CN" smtClean="0"/>
              <a:pPr/>
              <a:t>‹#›</a:t>
            </a:fld>
            <a:endParaRPr lang="en-US" altLang="zh-CN"/>
          </a:p>
        </p:txBody>
      </p:sp>
      <p:sp>
        <p:nvSpPr>
          <p:cNvPr id="10" name="Footer Placeholder 9"/>
          <p:cNvSpPr>
            <a:spLocks noGrp="1"/>
          </p:cNvSpPr>
          <p:nvPr>
            <p:ph type="ftr" sz="quarter" idx="12"/>
          </p:nvPr>
        </p:nvSpPr>
        <p:spPr/>
        <p:txBody>
          <a:bodyPr/>
          <a:lstStyle/>
          <a:p>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181600" y="1676400"/>
            <a:ext cx="2514600" cy="1874837"/>
          </a:xfrm>
        </p:spPr>
        <p:txBody>
          <a:bodyPr anchor="b">
            <a:normAutofit/>
          </a:bodyPr>
          <a:lstStyle>
            <a:lvl1pPr algn="r">
              <a:defRPr sz="2000" b="0">
                <a:effectLst/>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04800" y="1676400"/>
            <a:ext cx="4700016" cy="3505200"/>
          </a:xfrm>
        </p:spPr>
        <p:txBody>
          <a:bodyPr>
            <a:normAutofit/>
          </a:bodyPr>
          <a:lstStyle>
            <a:lvl1pPr marL="228600" indent="-182880">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smtClean="0"/>
          </a:p>
        </p:txBody>
      </p:sp>
      <p:sp>
        <p:nvSpPr>
          <p:cNvPr id="14"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15" name="Date Placeholder 14"/>
          <p:cNvSpPr>
            <a:spLocks noGrp="1"/>
          </p:cNvSpPr>
          <p:nvPr>
            <p:ph type="dt" sz="half" idx="10"/>
          </p:nvPr>
        </p:nvSpPr>
        <p:spPr/>
        <p:txBody>
          <a:bodyPr/>
          <a:lstStyle/>
          <a:p>
            <a:endParaRPr lang="en-US" altLang="zh-CN"/>
          </a:p>
        </p:txBody>
      </p:sp>
      <p:sp>
        <p:nvSpPr>
          <p:cNvPr id="16" name="Slide Number Placeholder 15"/>
          <p:cNvSpPr>
            <a:spLocks noGrp="1"/>
          </p:cNvSpPr>
          <p:nvPr>
            <p:ph type="sldNum" sz="quarter" idx="11"/>
          </p:nvPr>
        </p:nvSpPr>
        <p:spPr/>
        <p:txBody>
          <a:bodyPr/>
          <a:lstStyle/>
          <a:p>
            <a:fld id="{6FCDE2D4-F19C-4A93-8391-93912FD996CB}" type="slidenum">
              <a:rPr lang="en-US" altLang="zh-CN" smtClean="0"/>
              <a:pPr/>
              <a:t>‹#›</a:t>
            </a:fld>
            <a:endParaRPr lang="en-US" altLang="zh-CN"/>
          </a:p>
        </p:txBody>
      </p:sp>
      <p:sp>
        <p:nvSpPr>
          <p:cNvPr id="17" name="Footer Placeholder 16"/>
          <p:cNvSpPr>
            <a:spLocks noGrp="1"/>
          </p:cNvSpPr>
          <p:nvPr>
            <p:ph type="ftr" sz="quarter" idx="12"/>
          </p:nvPr>
        </p:nvSpPr>
        <p:spPr/>
        <p:txBody>
          <a:bodyPr/>
          <a:lstStyle/>
          <a:p>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04800" y="1676400"/>
            <a:ext cx="4696967" cy="35052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a:p>
        </p:txBody>
      </p:sp>
      <p:sp>
        <p:nvSpPr>
          <p:cNvPr id="11" name="Title 1"/>
          <p:cNvSpPr>
            <a:spLocks noGrp="1"/>
          </p:cNvSpPr>
          <p:nvPr>
            <p:ph type="title"/>
          </p:nvPr>
        </p:nvSpPr>
        <p:spPr>
          <a:xfrm>
            <a:off x="5181600" y="1676400"/>
            <a:ext cx="2514600" cy="1875972"/>
          </a:xfrm>
        </p:spPr>
        <p:txBody>
          <a:bodyPr anchor="b">
            <a:normAutofit/>
          </a:bodyPr>
          <a:lstStyle>
            <a:lvl1pPr algn="r">
              <a:defRPr sz="2000" b="0">
                <a:effectLst/>
              </a:defRPr>
            </a:lvl1pPr>
          </a:lstStyle>
          <a:p>
            <a:r>
              <a:rPr lang="zh-CN" altLang="en-US" smtClean="0"/>
              <a:t>单击此处编辑母版标题样式</a:t>
            </a:r>
            <a:endParaRPr lang="en-US" dirty="0"/>
          </a:p>
        </p:txBody>
      </p:sp>
      <p:sp>
        <p:nvSpPr>
          <p:cNvPr id="12"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16" name="Date Placeholder 15"/>
          <p:cNvSpPr>
            <a:spLocks noGrp="1"/>
          </p:cNvSpPr>
          <p:nvPr>
            <p:ph type="dt" sz="half" idx="10"/>
          </p:nvPr>
        </p:nvSpPr>
        <p:spPr/>
        <p:txBody>
          <a:bodyPr/>
          <a:lstStyle/>
          <a:p>
            <a:endParaRPr lang="en-US" altLang="zh-CN"/>
          </a:p>
        </p:txBody>
      </p:sp>
      <p:sp>
        <p:nvSpPr>
          <p:cNvPr id="17" name="Slide Number Placeholder 16"/>
          <p:cNvSpPr>
            <a:spLocks noGrp="1"/>
          </p:cNvSpPr>
          <p:nvPr>
            <p:ph type="sldNum" sz="quarter" idx="11"/>
          </p:nvPr>
        </p:nvSpPr>
        <p:spPr/>
        <p:txBody>
          <a:bodyPr/>
          <a:lstStyle/>
          <a:p>
            <a:fld id="{E868CFA8-51F0-45B4-8719-A3659EF3017B}" type="slidenum">
              <a:rPr lang="en-US" altLang="zh-CN" smtClean="0"/>
              <a:pPr/>
              <a:t>‹#›</a:t>
            </a:fld>
            <a:endParaRPr lang="en-US" altLang="zh-CN"/>
          </a:p>
        </p:txBody>
      </p:sp>
      <p:sp>
        <p:nvSpPr>
          <p:cNvPr id="18" name="Footer Placeholder 17"/>
          <p:cNvSpPr>
            <a:spLocks noGrp="1"/>
          </p:cNvSpPr>
          <p:nvPr>
            <p:ph type="ftr" sz="quarter" idx="12"/>
          </p:nvPr>
        </p:nvSpPr>
        <p:spPr/>
        <p:txBody>
          <a:bodyPr/>
          <a:lstStyle/>
          <a:p>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Date Placeholder 12"/>
          <p:cNvSpPr>
            <a:spLocks noGrp="1"/>
          </p:cNvSpPr>
          <p:nvPr>
            <p:ph type="dt" sz="half" idx="10"/>
          </p:nvPr>
        </p:nvSpPr>
        <p:spPr/>
        <p:txBody>
          <a:bodyPr/>
          <a:lstStyle/>
          <a:p>
            <a:endParaRPr lang="en-US" altLang="zh-CN"/>
          </a:p>
        </p:txBody>
      </p:sp>
      <p:sp>
        <p:nvSpPr>
          <p:cNvPr id="14" name="Slide Number Placeholder 13"/>
          <p:cNvSpPr>
            <a:spLocks noGrp="1"/>
          </p:cNvSpPr>
          <p:nvPr>
            <p:ph type="sldNum" sz="quarter" idx="11"/>
          </p:nvPr>
        </p:nvSpPr>
        <p:spPr/>
        <p:txBody>
          <a:bodyPr/>
          <a:lstStyle/>
          <a:p>
            <a:fld id="{CBD73BA9-DD36-4A14-A119-5AA3DB9A7849}" type="slidenum">
              <a:rPr lang="en-US" altLang="zh-CN" smtClean="0"/>
              <a:pPr/>
              <a:t>‹#›</a:t>
            </a:fld>
            <a:endParaRPr lang="en-US" altLang="zh-CN"/>
          </a:p>
        </p:txBody>
      </p:sp>
      <p:sp>
        <p:nvSpPr>
          <p:cNvPr id="15" name="Footer Placeholder 14"/>
          <p:cNvSpPr>
            <a:spLocks noGrp="1"/>
          </p:cNvSpPr>
          <p:nvPr>
            <p:ph type="ftr" sz="quarter" idx="12"/>
          </p:nvPr>
        </p:nvSpPr>
        <p:spPr/>
        <p:txBody>
          <a:bodyPr/>
          <a:lstStyle/>
          <a:p>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Date Placeholder 12"/>
          <p:cNvSpPr>
            <a:spLocks noGrp="1"/>
          </p:cNvSpPr>
          <p:nvPr>
            <p:ph type="dt" sz="half" idx="10"/>
          </p:nvPr>
        </p:nvSpPr>
        <p:spPr/>
        <p:txBody>
          <a:bodyPr/>
          <a:lstStyle/>
          <a:p>
            <a:endParaRPr lang="en-US" altLang="zh-CN"/>
          </a:p>
        </p:txBody>
      </p:sp>
      <p:sp>
        <p:nvSpPr>
          <p:cNvPr id="14" name="Slide Number Placeholder 13"/>
          <p:cNvSpPr>
            <a:spLocks noGrp="1"/>
          </p:cNvSpPr>
          <p:nvPr>
            <p:ph type="sldNum" sz="quarter" idx="11"/>
          </p:nvPr>
        </p:nvSpPr>
        <p:spPr/>
        <p:txBody>
          <a:bodyPr/>
          <a:lstStyle/>
          <a:p>
            <a:fld id="{49C7EDD1-0EF8-434C-AAD2-66CDF449B696}" type="slidenum">
              <a:rPr lang="en-US" altLang="zh-CN" smtClean="0"/>
              <a:pPr/>
              <a:t>‹#›</a:t>
            </a:fld>
            <a:endParaRPr lang="en-US" altLang="zh-CN"/>
          </a:p>
        </p:txBody>
      </p:sp>
      <p:sp>
        <p:nvSpPr>
          <p:cNvPr id="15" name="Footer Placeholder 14"/>
          <p:cNvSpPr>
            <a:spLocks noGrp="1"/>
          </p:cNvSpPr>
          <p:nvPr>
            <p:ph type="ftr" sz="quarter" idx="12"/>
          </p:nvPr>
        </p:nvSpPr>
        <p:spPr/>
        <p:txBody>
          <a:bodyPr/>
          <a:lstStyle/>
          <a:p>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sphere2.png"/>
          <p:cNvPicPr>
            <a:picLocks noChangeAspect="1"/>
          </p:cNvPicPr>
          <p:nvPr/>
        </p:nvPicPr>
        <p:blipFill>
          <a:blip r:embed="rId13" cstate="print"/>
          <a:stretch>
            <a:fillRect/>
          </a:stretch>
        </p:blipFill>
        <p:spPr>
          <a:xfrm>
            <a:off x="8823693" y="0"/>
            <a:ext cx="320307" cy="6858000"/>
          </a:xfrm>
          <a:prstGeom prst="rect">
            <a:avLst/>
          </a:prstGeom>
        </p:spPr>
      </p:pic>
      <p:sp>
        <p:nvSpPr>
          <p:cNvPr id="2" name="Title Placeholder 1"/>
          <p:cNvSpPr>
            <a:spLocks noGrp="1"/>
          </p:cNvSpPr>
          <p:nvPr>
            <p:ph type="title"/>
          </p:nvPr>
        </p:nvSpPr>
        <p:spPr>
          <a:xfrm>
            <a:off x="4876800" y="457200"/>
            <a:ext cx="2819400" cy="5715000"/>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457200" y="457200"/>
            <a:ext cx="3657600" cy="5714999"/>
          </a:xfrm>
          <a:prstGeom prst="rect">
            <a:avLst/>
          </a:prstGeom>
        </p:spPr>
        <p:txBody>
          <a:bodyPr vert="horz" lIns="91440" tIns="45720" rIns="91440" bIns="45720" rtlCol="0" anchor="ctr">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8" name="Slide Number Placeholder 7"/>
          <p:cNvSpPr>
            <a:spLocks noGrp="1"/>
          </p:cNvSpPr>
          <p:nvPr>
            <p:ph type="sldNum" sz="quarter" idx="4"/>
          </p:nvPr>
        </p:nvSpPr>
        <p:spPr>
          <a:xfrm>
            <a:off x="7772400" y="6400800"/>
            <a:ext cx="533400" cy="152400"/>
          </a:xfrm>
          <a:prstGeom prst="rect">
            <a:avLst/>
          </a:prstGeom>
        </p:spPr>
        <p:txBody>
          <a:bodyPr vert="horz" lIns="91440" tIns="45720" rIns="91440" bIns="45720" rtlCol="0" anchor="ctr"/>
          <a:lstStyle>
            <a:lvl1pPr algn="ctr">
              <a:defRPr sz="1050">
                <a:solidFill>
                  <a:schemeClr val="tx1">
                    <a:lumMod val="50000"/>
                    <a:lumOff val="50000"/>
                  </a:schemeClr>
                </a:solidFill>
              </a:defRPr>
            </a:lvl1pPr>
          </a:lstStyle>
          <a:p>
            <a:fld id="{E50898A2-7103-4ED8-8D0A-99B93ED8557B}" type="slidenum">
              <a:rPr lang="en-US" altLang="zh-CN" smtClean="0"/>
              <a:pPr/>
              <a:t>‹#›</a:t>
            </a:fld>
            <a:endParaRPr lang="en-US" altLang="zh-CN"/>
          </a:p>
        </p:txBody>
      </p:sp>
      <p:sp>
        <p:nvSpPr>
          <p:cNvPr id="9" name="Date Placeholder 8"/>
          <p:cNvSpPr>
            <a:spLocks noGrp="1"/>
          </p:cNvSpPr>
          <p:nvPr>
            <p:ph type="dt" sz="half" idx="2"/>
          </p:nvPr>
        </p:nvSpPr>
        <p:spPr>
          <a:xfrm>
            <a:off x="4876801" y="6426201"/>
            <a:ext cx="2819399" cy="126999"/>
          </a:xfrm>
          <a:prstGeom prst="rect">
            <a:avLst/>
          </a:prstGeom>
        </p:spPr>
        <p:txBody>
          <a:bodyPr vert="horz" lIns="91440" tIns="45720" rIns="91440" bIns="45720" rtlCol="0" anchor="ctr"/>
          <a:lstStyle>
            <a:lvl1pPr algn="r">
              <a:defRPr sz="1050">
                <a:solidFill>
                  <a:schemeClr val="tx1">
                    <a:lumMod val="50000"/>
                    <a:lumOff val="50000"/>
                  </a:schemeClr>
                </a:solidFill>
              </a:defRPr>
            </a:lvl1pPr>
          </a:lstStyle>
          <a:p>
            <a:endParaRPr lang="en-US" altLang="zh-CN"/>
          </a:p>
        </p:txBody>
      </p:sp>
      <p:sp>
        <p:nvSpPr>
          <p:cNvPr id="10" name="Footer Placeholder 9"/>
          <p:cNvSpPr>
            <a:spLocks noGrp="1"/>
          </p:cNvSpPr>
          <p:nvPr>
            <p:ph type="ftr" sz="quarter" idx="3"/>
          </p:nvPr>
        </p:nvSpPr>
        <p:spPr>
          <a:xfrm>
            <a:off x="4875213" y="6296248"/>
            <a:ext cx="2820987" cy="152400"/>
          </a:xfrm>
          <a:prstGeom prst="rect">
            <a:avLst/>
          </a:prstGeom>
        </p:spPr>
        <p:txBody>
          <a:bodyPr vert="horz" lIns="91440" tIns="45720" rIns="91440" bIns="45720" rtlCol="0" anchor="b"/>
          <a:lstStyle>
            <a:lvl1pPr algn="r">
              <a:defRPr sz="1050">
                <a:solidFill>
                  <a:schemeClr val="tx1"/>
                </a:solidFill>
              </a:defRPr>
            </a:lvl1pPr>
          </a:lstStyle>
          <a:p>
            <a:endParaRPr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txStyles>
    <p:titleStyle>
      <a:lvl1pPr algn="r" defTabSz="914400" rtl="0" eaLnBrk="1" latinLnBrk="0" hangingPunct="1">
        <a:spcBef>
          <a:spcPct val="0"/>
        </a:spcBef>
        <a:buNone/>
        <a:defRPr sz="2800" kern="1200">
          <a:gradFill>
            <a:gsLst>
              <a:gs pos="0">
                <a:schemeClr val="tx1">
                  <a:lumMod val="50000"/>
                </a:schemeClr>
              </a:gs>
              <a:gs pos="61000">
                <a:schemeClr val="tx1"/>
              </a:gs>
            </a:gsLst>
            <a:lin ang="5400000" scaled="0"/>
          </a:gradFill>
          <a:effectLst/>
          <a:latin typeface="+mj-lt"/>
          <a:ea typeface="+mj-ea"/>
          <a:cs typeface="+mj-cs"/>
        </a:defRPr>
      </a:lvl1pPr>
    </p:titleStyle>
    <p:bodyStyle>
      <a:lvl1pPr marL="182880" indent="-182880" algn="l" defTabSz="914400" rtl="0" eaLnBrk="1" latinLnBrk="0" hangingPunct="1">
        <a:spcBef>
          <a:spcPct val="20000"/>
        </a:spcBef>
        <a:buClr>
          <a:schemeClr val="tx1">
            <a:lumMod val="50000"/>
            <a:lumOff val="50000"/>
          </a:schemeClr>
        </a:buClr>
        <a:buFont typeface="Wingdings" pitchFamily="2" charset="2"/>
        <a:buChar char="§"/>
        <a:defRPr sz="1800" kern="1200">
          <a:solidFill>
            <a:schemeClr val="tx1">
              <a:lumMod val="85000"/>
            </a:schemeClr>
          </a:solidFill>
          <a:latin typeface="+mn-lt"/>
          <a:ea typeface="+mn-ea"/>
          <a:cs typeface="+mn-cs"/>
        </a:defRPr>
      </a:lvl1pPr>
      <a:lvl2pPr marL="41148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2pPr>
      <a:lvl3pPr marL="59436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3pPr>
      <a:lvl4pPr marL="77724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4pPr>
      <a:lvl5pPr marL="96012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5pPr>
      <a:lvl6pPr marL="114300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6pPr>
      <a:lvl7pPr marL="132588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7pPr>
      <a:lvl8pPr marL="150876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8pPr>
      <a:lvl9pPr marL="169164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http://cimg22.163.com/cnews/2008/2/2/2008020210301453333.jpg" TargetMode="External"/><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pic>
        <p:nvPicPr>
          <p:cNvPr id="8" name="Picture 3" descr="2008020210305812d26"/>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486694" y="1676400"/>
            <a:ext cx="23368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占位符 5"/>
          <p:cNvSpPr>
            <a:spLocks noGrp="1"/>
          </p:cNvSpPr>
          <p:nvPr>
            <p:ph type="body" sz="half" idx="2"/>
          </p:nvPr>
        </p:nvSpPr>
        <p:spPr/>
        <p:txBody>
          <a:bodyPr/>
          <a:lstStyle/>
          <a:p>
            <a:endParaRPr lang="zh-CN" altLang="en-US"/>
          </a:p>
        </p:txBody>
      </p:sp>
      <p:sp>
        <p:nvSpPr>
          <p:cNvPr id="7" name="矩形 6"/>
          <p:cNvSpPr/>
          <p:nvPr/>
        </p:nvSpPr>
        <p:spPr>
          <a:xfrm>
            <a:off x="720000" y="2880000"/>
            <a:ext cx="6445996" cy="923330"/>
          </a:xfrm>
          <a:prstGeom prst="rect">
            <a:avLst/>
          </a:prstGeom>
          <a:noFill/>
        </p:spPr>
        <p:txBody>
          <a:bodyPr wrap="none" lIns="91440" tIns="45720" rIns="91440" bIns="45720">
            <a:spAutoFit/>
          </a:bodyPr>
          <a:lstStyle/>
          <a:p>
            <a:pPr algn="ctr"/>
            <a:r>
              <a:rPr lang="zh-CN" altLang="en-US" sz="5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风雪旅途中的贴心人</a:t>
            </a:r>
            <a:endParaRPr lang="zh-CN" altLang="en-US" sz="54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Tree>
    <p:extLst>
      <p:ext uri="{BB962C8B-B14F-4D97-AF65-F5344CB8AC3E}">
        <p14:creationId xmlns:p14="http://schemas.microsoft.com/office/powerpoint/2010/main" val="405550049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6" name="Picture 4" descr="广州火车站内环市路上，三名警察搀扶着旅客送至火车站广场。"/>
          <p:cNvPicPr>
            <a:picLocks noGrp="1" noChangeAspect="1" noChangeArrowheads="1"/>
          </p:cNvPicPr>
          <p:nvPr>
            <p:ph idx="1"/>
          </p:nvPr>
        </p:nvPicPr>
        <p:blipFill>
          <a:blip r:embed="rId2" r:link="rId3">
            <a:extLst>
              <a:ext uri="{28A0092B-C50C-407E-A947-70E740481C1C}">
                <a14:useLocalDpi xmlns:a14="http://schemas.microsoft.com/office/drawing/2010/main" val="0"/>
              </a:ext>
            </a:extLst>
          </a:blip>
          <a:stretch>
            <a:fillRect/>
          </a:stretch>
        </p:blipFill>
        <p:spPr bwMode="auto">
          <a:xfrm>
            <a:off x="304800" y="1736788"/>
            <a:ext cx="4700588" cy="3384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3"/>
          <p:cNvSpPr>
            <a:spLocks noGrp="1" noChangeArrowheads="1"/>
          </p:cNvSpPr>
          <p:nvPr>
            <p:ph type="body" sz="half" idx="2"/>
          </p:nvPr>
        </p:nvSpPr>
        <p:spPr/>
        <p:txBody>
          <a:bodyPr/>
          <a:lstStyle/>
          <a:p>
            <a:r>
              <a:rPr lang="en-US" altLang="zh-CN" dirty="0"/>
              <a:t>2</a:t>
            </a:r>
            <a:r>
              <a:rPr lang="zh-CN" altLang="en-US" dirty="0">
                <a:latin typeface="宋体" pitchFamily="2" charset="-122"/>
              </a:rPr>
              <a:t>月</a:t>
            </a:r>
            <a:r>
              <a:rPr lang="en-US" altLang="zh-CN" dirty="0"/>
              <a:t>6</a:t>
            </a:r>
            <a:r>
              <a:rPr lang="zh-CN" altLang="en-US" dirty="0">
                <a:latin typeface="宋体" pitchFamily="2" charset="-122"/>
              </a:rPr>
              <a:t>日，公安部向广东省公安厅和广州市公安局发出嘉奖令，对在节前春运安全保卫战中，妥善化解返乡旅客大量滞留广州火车站地区突发情况的广州市公安局及参战民警予以通令嘉奖。</a:t>
            </a:r>
            <a:r>
              <a:rPr lang="zh-CN" altLang="en-US" dirty="0"/>
              <a:t> </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animEffect transition="in" filter="strips(upRight)">
                                      <p:cBhvr>
                                        <p:cTn id="7" dur="500"/>
                                        <p:tgtEl>
                                          <p:spTgt spid="20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9"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0" fill="hold"/>
                                        <p:tgtEl>
                                          <p:spTgt spid="6"/>
                                        </p:tgtEl>
                                        <p:attrNameLst>
                                          <p:attrName>ppt_w</p:attrName>
                                        </p:attrNameLst>
                                      </p:cBhvr>
                                      <p:tavLst>
                                        <p:tav tm="0" fmla="#ppt_w*sin(2.5*pi*$)">
                                          <p:val>
                                            <p:fltVal val="0"/>
                                          </p:val>
                                        </p:tav>
                                        <p:tav tm="100000">
                                          <p:val>
                                            <p:fltVal val="1"/>
                                          </p:val>
                                        </p:tav>
                                      </p:tavLst>
                                    </p:anim>
                                    <p:anim calcmode="lin" valueType="num">
                                      <p:cBhvr>
                                        <p:cTn id="13" dur="5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endParaRPr lang="zh-CN" altLang="zh-CN" dirty="0"/>
          </a:p>
        </p:txBody>
      </p:sp>
      <p:sp>
        <p:nvSpPr>
          <p:cNvPr id="3" name="TextBox 2"/>
          <p:cNvSpPr txBox="1"/>
          <p:nvPr/>
        </p:nvSpPr>
        <p:spPr>
          <a:xfrm>
            <a:off x="827584" y="2564904"/>
            <a:ext cx="7344816" cy="3662541"/>
          </a:xfrm>
          <a:prstGeom prst="rect">
            <a:avLst/>
          </a:prstGeom>
          <a:noFill/>
        </p:spPr>
        <p:txBody>
          <a:bodyPr wrap="square" rtlCol="0">
            <a:spAutoFit/>
          </a:bodyPr>
          <a:lstStyle/>
          <a:p>
            <a:r>
              <a:rPr lang="zh-CN" altLang="en-US" sz="2900" b="1" dirty="0">
                <a:solidFill>
                  <a:srgbClr val="0000FA"/>
                </a:solidFill>
                <a:latin typeface="黑体" pitchFamily="2" charset="-122"/>
                <a:ea typeface="黑体" pitchFamily="2" charset="-122"/>
              </a:rPr>
              <a:t>面对持续雨雪冷冻、数十万旅客滞留这一前所未有的严峻形势，公安机关精心组织，周密部署，指挥得当，措施有力，有力地维护了广州火车站地区的治安秩序和当地社会稳定。全体参战民警以高度的政治责任感和使命感，发挥顽强拼搏、连续作战的优良作风，维护秩序，疏导旅客，服务群众，确保了广大旅客的生命财产安全</a:t>
            </a:r>
            <a:r>
              <a:rPr lang="zh-CN" altLang="en-US" sz="2900" b="1" dirty="0" smtClean="0">
                <a:solidFill>
                  <a:srgbClr val="0000FA"/>
                </a:solidFill>
                <a:latin typeface="黑体" pitchFamily="2" charset="-122"/>
                <a:ea typeface="黑体" pitchFamily="2" charset="-122"/>
              </a:rPr>
              <a:t>。</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复合">
  <a:themeElements>
    <a:clrScheme name="复合">
      <a:dk1>
        <a:sysClr val="windowText" lastClr="000000"/>
      </a:dk1>
      <a:lt1>
        <a:sysClr val="window" lastClr="FFFFFF"/>
      </a:lt1>
      <a:dk2>
        <a:srgbClr val="5B6973"/>
      </a:dk2>
      <a:lt2>
        <a:srgbClr val="E7ECED"/>
      </a:lt2>
      <a:accent1>
        <a:srgbClr val="98C723"/>
      </a:accent1>
      <a:accent2>
        <a:srgbClr val="59B0B9"/>
      </a:accent2>
      <a:accent3>
        <a:srgbClr val="DEAE00"/>
      </a:accent3>
      <a:accent4>
        <a:srgbClr val="B77BB4"/>
      </a:accent4>
      <a:accent5>
        <a:srgbClr val="E0773C"/>
      </a:accent5>
      <a:accent6>
        <a:srgbClr val="A98D63"/>
      </a:accent6>
      <a:hlink>
        <a:srgbClr val="26CBEC"/>
      </a:hlink>
      <a:folHlink>
        <a:srgbClr val="598C8C"/>
      </a:folHlink>
    </a:clrScheme>
    <a:fontScheme name="复合">
      <a:maj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复合">
      <a:fillStyleLst>
        <a:solidFill>
          <a:schemeClr val="phClr"/>
        </a:solidFill>
        <a:gradFill rotWithShape="1">
          <a:gsLst>
            <a:gs pos="0">
              <a:schemeClr val="phClr">
                <a:tint val="50000"/>
                <a:shade val="95000"/>
                <a:satMod val="300000"/>
              </a:schemeClr>
            </a:gs>
            <a:gs pos="12000">
              <a:schemeClr val="phClr">
                <a:tint val="50000"/>
                <a:shade val="90000"/>
                <a:satMod val="250000"/>
              </a:schemeClr>
            </a:gs>
            <a:gs pos="100000">
              <a:schemeClr val="phClr">
                <a:tint val="85000"/>
                <a:shade val="75000"/>
                <a:satMod val="150000"/>
              </a:schemeClr>
            </a:gs>
          </a:gsLst>
          <a:lin ang="16200000" scaled="1"/>
        </a:gradFill>
        <a:gradFill rotWithShape="1">
          <a:gsLst>
            <a:gs pos="0">
              <a:schemeClr val="phClr">
                <a:tint val="75000"/>
                <a:shade val="95000"/>
                <a:satMod val="175000"/>
              </a:schemeClr>
            </a:gs>
            <a:gs pos="12000">
              <a:schemeClr val="phClr">
                <a:tint val="90000"/>
                <a:shade val="90000"/>
                <a:satMod val="150000"/>
              </a:schemeClr>
            </a:gs>
            <a:gs pos="100000">
              <a:schemeClr val="phClr">
                <a:tint val="100000"/>
                <a:shade val="75000"/>
                <a:satMod val="150000"/>
              </a:schemeClr>
            </a:gs>
          </a:gsLst>
          <a:lin ang="16200000" scaled="1"/>
        </a:gradFill>
      </a:fillStyleLst>
      <a:lnStyleLst>
        <a:ln w="9525" cap="flat" cmpd="sng" algn="ctr">
          <a:solidFill>
            <a:schemeClr val="phClr">
              <a:shade val="95000"/>
              <a:satMod val="105000"/>
            </a:scheme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scene3d>
            <a:camera prst="orthographicFront">
              <a:rot lat="0" lon="0" rev="0"/>
            </a:camera>
            <a:lightRig rig="freezing" dir="t">
              <a:rot lat="0" lon="0" rev="6000000"/>
            </a:lightRig>
          </a:scene3d>
          <a:sp3d contourW="12700" prstMaterial="dkEdge">
            <a:bevelT w="44450" h="25400"/>
            <a:contourClr>
              <a:schemeClr val="phClr">
                <a:shade val="30000"/>
              </a:schemeClr>
            </a:contourClr>
          </a:sp3d>
        </a:effectStyle>
      </a:effectStyleLst>
      <a:bgFillStyleLst>
        <a:solidFill>
          <a:schemeClr val="phClr"/>
        </a:solidFill>
        <a:gradFill rotWithShape="1">
          <a:gsLst>
            <a:gs pos="0">
              <a:schemeClr val="phClr">
                <a:tint val="100000"/>
                <a:shade val="80000"/>
                <a:satMod val="110000"/>
                <a:lumMod val="80000"/>
              </a:schemeClr>
            </a:gs>
            <a:gs pos="79000">
              <a:schemeClr val="phClr">
                <a:tint val="100000"/>
                <a:shade val="90000"/>
                <a:satMod val="105000"/>
                <a:lumMod val="100000"/>
              </a:schemeClr>
            </a:gs>
            <a:gs pos="100000">
              <a:schemeClr val="phClr">
                <a:tint val="95000"/>
                <a:shade val="100000"/>
                <a:satMod val="110000"/>
                <a:lumMod val="115000"/>
              </a:schemeClr>
            </a:gs>
          </a:gsLst>
          <a:lin ang="5400000" scaled="0"/>
        </a:gradFill>
        <a:gradFill rotWithShape="1">
          <a:gsLst>
            <a:gs pos="0">
              <a:schemeClr val="phClr">
                <a:tint val="90000"/>
                <a:shade val="100000"/>
                <a:satMod val="100000"/>
                <a:lumMod val="110000"/>
              </a:schemeClr>
            </a:gs>
            <a:gs pos="83000">
              <a:schemeClr val="phClr">
                <a:shade val="75000"/>
                <a:satMod val="200000"/>
              </a:schemeClr>
            </a:gs>
            <a:gs pos="100000">
              <a:schemeClr val="phClr">
                <a:shade val="90000"/>
                <a:satMod val="200000"/>
              </a:schemeClr>
            </a:gs>
          </a:gsLst>
          <a:path path="circle">
            <a:fillToRect l="75000" t="100000" b="3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Composite</Template>
  <TotalTime>42</TotalTime>
  <Words>127</Words>
  <Application>Microsoft Office PowerPoint</Application>
  <PresentationFormat>全屏显示(4:3)</PresentationFormat>
  <Paragraphs>3</Paragraphs>
  <Slides>3</Slides>
  <Notes>0</Notes>
  <HiddenSlides>0</HiddenSlides>
  <MMClips>0</MMClips>
  <ScaleCrop>false</ScaleCrop>
  <HeadingPairs>
    <vt:vector size="4" baseType="variant">
      <vt:variant>
        <vt:lpstr>主题</vt:lpstr>
      </vt:variant>
      <vt:variant>
        <vt:i4>1</vt:i4>
      </vt:variant>
      <vt:variant>
        <vt:lpstr>幻灯片标题</vt:lpstr>
      </vt:variant>
      <vt:variant>
        <vt:i4>3</vt:i4>
      </vt:variant>
    </vt:vector>
  </HeadingPairs>
  <TitlesOfParts>
    <vt:vector size="4" baseType="lpstr">
      <vt:lpstr>复合</vt:lpstr>
      <vt:lpstr>PowerPoint 演示文稿</vt:lpstr>
      <vt:lpstr>PowerPoint 演示文稿</vt:lpstr>
      <vt:lpstr>PowerPoint 演示文稿</vt:lpstr>
    </vt:vector>
  </TitlesOfParts>
  <Company>bit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diy</dc:creator>
  <cp:lastModifiedBy>YlmF</cp:lastModifiedBy>
  <cp:revision>6</cp:revision>
  <dcterms:created xsi:type="dcterms:W3CDTF">2008-03-10T08:09:24Z</dcterms:created>
  <dcterms:modified xsi:type="dcterms:W3CDTF">2013-09-04T01:07:32Z</dcterms:modified>
</cp:coreProperties>
</file>