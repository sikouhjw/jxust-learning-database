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57" r:id="rId3"/>
    <p:sldId id="258" r:id="rId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C68BC42B-EAD3-405A-88DA-92CF86C9140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451EB2-EB75-4DEC-B2EE-B3A5467C199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EA42CA5B-A490-4937-9AC1-AD71BA48BC4C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en-US" altLang="zh-CN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52E23FE-D149-4600-8618-9370CD4BB95A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D86394-1DAA-4092-B7C0-B1CBC0D015C3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E96C512-9029-4E74-91F1-C8F35BAB8C1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4CB167-7D6A-460D-89D4-37CDE6FC26A4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 smtClean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3ED515-56AB-4E4E-BAEB-BA48A3C81055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6E044CC-BC70-441A-BF04-82B206474949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B42580-5B48-44E6-A09D-0A389B6914FB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CE8ABD-FA78-4836-B81D-8901E4D8B51E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9C921837-9C03-48DF-85E7-2E2249A5F791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6000" b="1" dirty="0"/>
              <a:t>大家扫雪去！</a:t>
            </a:r>
          </a:p>
        </p:txBody>
      </p:sp>
    </p:spTree>
    <p:extLst>
      <p:ext uri="{BB962C8B-B14F-4D97-AF65-F5344CB8AC3E}">
        <p14:creationId xmlns:p14="http://schemas.microsoft.com/office/powerpoint/2010/main" val="2063919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zh-CN" altLang="en-US"/>
              <a:t>四问雪后大堵车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orient="vert" idx="1"/>
          </p:nvPr>
        </p:nvSpPr>
        <p:spPr/>
        <p:txBody>
          <a:bodyPr/>
          <a:lstStyle/>
          <a:p>
            <a:pPr algn="l"/>
            <a:r>
              <a:rPr lang="zh-CN" altLang="en-US" dirty="0"/>
              <a:t>天气预报为何漏报下雪</a:t>
            </a:r>
          </a:p>
          <a:p>
            <a:pPr algn="l"/>
            <a:r>
              <a:rPr lang="zh-CN" altLang="en-US" dirty="0"/>
              <a:t>融雪作业为何慢了一步</a:t>
            </a:r>
          </a:p>
          <a:p>
            <a:pPr algn="l"/>
            <a:r>
              <a:rPr lang="zh-CN" altLang="en-US" dirty="0"/>
              <a:t>三环四环为何水泄不通</a:t>
            </a:r>
          </a:p>
          <a:p>
            <a:pPr algn="l"/>
            <a:r>
              <a:rPr lang="zh-CN" altLang="en-US" dirty="0"/>
              <a:t> 国产客车为何大多“趴窝”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981200"/>
            <a:ext cx="6172200" cy="3124200"/>
          </a:xfrm>
        </p:spPr>
        <p:txBody>
          <a:bodyPr/>
          <a:lstStyle/>
          <a:p>
            <a:r>
              <a:rPr lang="zh-CN" altLang="en-US"/>
              <a:t>医院：   骨科门诊特别忙</a:t>
            </a:r>
          </a:p>
          <a:p>
            <a:r>
              <a:rPr lang="zh-CN" altLang="en-US"/>
              <a:t>修理厂：两个星期歇不了</a:t>
            </a:r>
          </a:p>
          <a:p>
            <a:r>
              <a:rPr lang="zh-CN" altLang="en-US"/>
              <a:t>保险：    理赔一个接一个</a:t>
            </a:r>
          </a:p>
          <a:p>
            <a:r>
              <a:rPr lang="zh-CN" altLang="en-US"/>
              <a:t>交通队：快速处理占九成</a:t>
            </a:r>
          </a:p>
        </p:txBody>
      </p:sp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下雪后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theme/theme1.xml><?xml version="1.0" encoding="utf-8"?>
<a:theme xmlns:a="http://schemas.openxmlformats.org/drawingml/2006/main" name="复合">
  <a:themeElements>
    <a:clrScheme name="复合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复合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复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Composite</Template>
  <TotalTime>5</TotalTime>
  <Words>61</Words>
  <Application>Microsoft Office PowerPoint</Application>
  <PresentationFormat>全屏显示(4:3)</PresentationFormat>
  <Paragraphs>11</Paragraphs>
  <Slides>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" baseType="lpstr">
      <vt:lpstr>复合</vt:lpstr>
      <vt:lpstr>大家扫雪去！</vt:lpstr>
      <vt:lpstr>四问雪后大堵车</vt:lpstr>
      <vt:lpstr>下雪后</vt:lpstr>
    </vt:vector>
  </TitlesOfParts>
  <Company>北航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３四问雪后大堵车</dc:title>
  <dc:creator>计算中心</dc:creator>
  <cp:lastModifiedBy>user</cp:lastModifiedBy>
  <cp:revision>6</cp:revision>
  <dcterms:created xsi:type="dcterms:W3CDTF">2001-12-20T11:54:20Z</dcterms:created>
  <dcterms:modified xsi:type="dcterms:W3CDTF">2013-08-07T07:00:25Z</dcterms:modified>
</cp:coreProperties>
</file>