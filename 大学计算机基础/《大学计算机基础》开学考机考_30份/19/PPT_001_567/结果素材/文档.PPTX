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8" r:id="rId2"/>
    <p:sldId id="257" r:id="rId3"/>
    <p:sldId id="259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440" y="-3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0374" y="0"/>
            <a:ext cx="2293626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3581400"/>
            <a:ext cx="3962400" cy="21336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438400" y="1447800"/>
            <a:ext cx="3962400" cy="2133600"/>
          </a:xfrm>
        </p:spPr>
        <p:txBody>
          <a:bodyPr anchor="b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3582988" y="6426201"/>
            <a:ext cx="2819399" cy="126999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6414976" y="6400800"/>
            <a:ext cx="457200" cy="152400"/>
          </a:xfrm>
        </p:spPr>
        <p:txBody>
          <a:bodyPr/>
          <a:lstStyle>
            <a:lvl1pPr algn="r">
              <a:defRPr/>
            </a:lvl1pPr>
          </a:lstStyle>
          <a:p>
            <a:fld id="{E28D1061-5AEE-447A-A5B7-4024D4786EAF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3581400" y="6296248"/>
            <a:ext cx="2820987" cy="152400"/>
          </a:xfr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3657600" cy="5714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941E93-A2EC-4D9B-AD8E-E8463BBF5FC4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0" y="0"/>
            <a:ext cx="2293626" cy="68580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9788" y="6426201"/>
            <a:ext cx="2819399" cy="126999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4116388" y="6400800"/>
            <a:ext cx="533400" cy="152400"/>
          </a:xfrm>
        </p:spPr>
        <p:txBody>
          <a:bodyPr/>
          <a:lstStyle/>
          <a:p>
            <a:fld id="{04B772C4-F991-4573-8F78-452B6B926479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838200" y="6296248"/>
            <a:ext cx="2820987" cy="1524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57200" y="1828800"/>
            <a:ext cx="3200400" cy="1752600"/>
          </a:xfrm>
        </p:spPr>
        <p:txBody>
          <a:bodyPr anchor="b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3578224"/>
            <a:ext cx="3200645" cy="1459767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34290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572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301014-53A7-495A-ACF5-DA8C1FCAFF9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75238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675288"/>
            <a:ext cx="3581400" cy="2525112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" y="3429000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199" y="3840162"/>
            <a:ext cx="3581400" cy="2515198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8B9363-3F8D-4364-B3AA-CA7D05ED491C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457200"/>
            <a:ext cx="3962400" cy="5715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15235B-59A4-4CAD-BBED-12A213564218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34DC6D-59DA-496C-A809-A88DF73849D0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4837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4700016" cy="35052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E7D14E8-AB40-4976-82C5-D0BF163CCCD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676400"/>
            <a:ext cx="4696967" cy="350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5972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046C7A-5A01-4D03-ACC0-FD9A96284E83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CBC61A-BC06-4295-BBF0-AE5CA1DB052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F20817-ACAF-4532-BFC2-86402E240D34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4D59D85-78E6-46F0-9FF7-720FFC5A014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1266362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8823693" y="0"/>
            <a:ext cx="320307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3657600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772400" y="6400800"/>
            <a:ext cx="5334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7859437-EE99-4E29-9816-E77D386467B8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4876801" y="6426201"/>
            <a:ext cx="2819399" cy="12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875213" y="6296248"/>
            <a:ext cx="2820987" cy="152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 spd="slow">
    <p:randomBar dir="vert"/>
  </p:transition>
  <p:timing>
    <p:tnLst>
      <p:par>
        <p:cTn id="1" dur="indefinite" restart="never" nodeType="tmRoot"/>
      </p:par>
    </p:tnLst>
  </p:timing>
  <p:txStyles>
    <p:titleStyle>
      <a:lvl1pPr algn="r" defTabSz="914400" rtl="0" eaLnBrk="1" latinLnBrk="0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zh-CN" altLang="en-US"/>
              <a:t>爸爸妈妈的耳朵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orient="vert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/>
              <a:t>		</a:t>
            </a:r>
            <a:r>
              <a:rPr lang="zh-CN" altLang="en-US"/>
              <a:t>夏日炎炎，屋里总有几只蚊子扰得大家坐卧不民宁。</a:t>
            </a:r>
            <a:r>
              <a:rPr lang="en-US" altLang="zh-CN"/>
              <a:t>5</a:t>
            </a:r>
            <a:r>
              <a:rPr lang="zh-CN" altLang="en-US"/>
              <a:t>岁的倩倩对我说：“妈妈，我想了一个对付蚊子的方法：全家人几天不洗澡，把那些蚊子臭死。好不好？”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 noGrp="1" noChangeAspect="1"/>
          </p:cNvGraphicFramePr>
          <p:nvPr>
            <p:ph/>
          </p:nvPr>
        </p:nvGraphicFramePr>
        <p:xfrm>
          <a:off x="3200400" y="2438400"/>
          <a:ext cx="27432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图片" r:id="rId3" imgW="2743200" imgH="1828800" progId="Word.Picture.8">
                  <p:embed/>
                </p:oleObj>
              </mc:Choice>
              <mc:Fallback>
                <p:oleObj name="图片" r:id="rId3" imgW="2743200" imgH="1828800" progId="Word.Pictur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438400"/>
                        <a:ext cx="2743200" cy="182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838200"/>
            <a:ext cx="7772400" cy="1143000"/>
          </a:xfrm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r>
              <a:rPr lang="zh-CN" altLang="en-US" sz="6000" b="1" dirty="0">
                <a:solidFill>
                  <a:srgbClr val="A50021"/>
                </a:solidFill>
              </a:rPr>
              <a:t>大家齐锻炼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877" y="1916832"/>
            <a:ext cx="6742176" cy="4492752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复合">
  <a:themeElements>
    <a:clrScheme name="复合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复合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复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Composite</Template>
  <TotalTime>98</TotalTime>
  <Words>7</Words>
  <Application>Microsoft Office PowerPoint</Application>
  <PresentationFormat>全屏显示(4:3)</PresentationFormat>
  <Paragraphs>3</Paragraphs>
  <Slides>3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5" baseType="lpstr">
      <vt:lpstr>复合</vt:lpstr>
      <vt:lpstr>图片</vt:lpstr>
      <vt:lpstr>爸爸妈妈的耳朵</vt:lpstr>
      <vt:lpstr>PowerPoint 演示文稿</vt:lpstr>
      <vt:lpstr>大家齐锻炼</vt:lpstr>
    </vt:vector>
  </TitlesOfParts>
  <Company>北航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计算中心</dc:creator>
  <cp:lastModifiedBy>YlmF</cp:lastModifiedBy>
  <cp:revision>5</cp:revision>
  <dcterms:created xsi:type="dcterms:W3CDTF">2001-12-20T12:06:14Z</dcterms:created>
  <dcterms:modified xsi:type="dcterms:W3CDTF">2013-08-21T05:35:39Z</dcterms:modified>
</cp:coreProperties>
</file>